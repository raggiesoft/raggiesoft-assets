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F1C"/>
    <a:srgbClr val="06122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0E80B-9CC0-4692-A12E-66073A0F723F}" v="65" dt="2025-07-03T11:37:13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Ragsdale" userId="01bac6e6-b42d-4582-856e-d067515d1228" providerId="ADAL" clId="{D5F0E80B-9CC0-4692-A12E-66073A0F723F}"/>
    <pc:docChg chg="addSld delSld modSld">
      <pc:chgData name="Michael Ragsdale" userId="01bac6e6-b42d-4582-856e-d067515d1228" providerId="ADAL" clId="{D5F0E80B-9CC0-4692-A12E-66073A0F723F}" dt="2025-07-03T11:37:13.887" v="67" actId="20577"/>
      <pc:docMkLst>
        <pc:docMk/>
      </pc:docMkLst>
      <pc:sldChg chg="modSp">
        <pc:chgData name="Michael Ragsdale" userId="01bac6e6-b42d-4582-856e-d067515d1228" providerId="ADAL" clId="{D5F0E80B-9CC0-4692-A12E-66073A0F723F}" dt="2025-07-03T01:15:24.339" v="44" actId="20577"/>
        <pc:sldMkLst>
          <pc:docMk/>
          <pc:sldMk cId="2047795559" sldId="256"/>
        </pc:sldMkLst>
        <pc:graphicFrameChg chg="mod">
          <ac:chgData name="Michael Ragsdale" userId="01bac6e6-b42d-4582-856e-d067515d1228" providerId="ADAL" clId="{D5F0E80B-9CC0-4692-A12E-66073A0F723F}" dt="2025-07-03T01:15:24.339" v="44" actId="20577"/>
          <ac:graphicFrameMkLst>
            <pc:docMk/>
            <pc:sldMk cId="2047795559" sldId="256"/>
            <ac:graphicFrameMk id="4" creationId="{BCDA79AE-0B2E-3E36-5EC2-C1C4047EAE97}"/>
          </ac:graphicFrameMkLst>
        </pc:graphicFrameChg>
      </pc:sldChg>
      <pc:sldChg chg="new del">
        <pc:chgData name="Michael Ragsdale" userId="01bac6e6-b42d-4582-856e-d067515d1228" providerId="ADAL" clId="{D5F0E80B-9CC0-4692-A12E-66073A0F723F}" dt="2025-07-03T11:36:58.123" v="47" actId="2696"/>
        <pc:sldMkLst>
          <pc:docMk/>
          <pc:sldMk cId="2161145081" sldId="257"/>
        </pc:sldMkLst>
      </pc:sldChg>
      <pc:sldChg chg="addSp modSp new">
        <pc:chgData name="Michael Ragsdale" userId="01bac6e6-b42d-4582-856e-d067515d1228" providerId="ADAL" clId="{D5F0E80B-9CC0-4692-A12E-66073A0F723F}" dt="2025-07-03T11:37:13.887" v="67" actId="20577"/>
        <pc:sldMkLst>
          <pc:docMk/>
          <pc:sldMk cId="3644688133" sldId="258"/>
        </pc:sldMkLst>
        <pc:graphicFrameChg chg="add mod">
          <ac:chgData name="Michael Ragsdale" userId="01bac6e6-b42d-4582-856e-d067515d1228" providerId="ADAL" clId="{D5F0E80B-9CC0-4692-A12E-66073A0F723F}" dt="2025-07-03T11:37:13.887" v="67" actId="20577"/>
          <ac:graphicFrameMkLst>
            <pc:docMk/>
            <pc:sldMk cId="3644688133" sldId="258"/>
            <ac:graphicFrameMk id="2" creationId="{D61DE6A6-FA9A-4B4D-AD6F-F2404D455483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280B6B-4A37-486D-8ADA-3DCF34B94AD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9E0C9C-4A4F-4886-BD76-A5F9A69024B3}">
      <dgm:prSet phldrT="[Text]"/>
      <dgm:spPr>
        <a:solidFill>
          <a:srgbClr val="FFFFFF"/>
        </a:solidFill>
      </dgm:spPr>
      <dgm:t>
        <a:bodyPr/>
        <a:lstStyle/>
        <a:p>
          <a:r>
            <a:rPr lang="en-US" dirty="0">
              <a:solidFill>
                <a:srgbClr val="0A0F1C"/>
              </a:solidFill>
            </a:rPr>
            <a:t>KAB Group, LLC</a:t>
          </a:r>
        </a:p>
      </dgm:t>
    </dgm:pt>
    <dgm:pt modelId="{17EE9649-7A4C-44CA-83BD-A92430685D62}" type="parTrans" cxnId="{6AA6F3D9-29D5-44C8-A4C8-54E51AE54CBB}">
      <dgm:prSet/>
      <dgm:spPr/>
      <dgm:t>
        <a:bodyPr/>
        <a:lstStyle/>
        <a:p>
          <a:endParaRPr lang="en-US"/>
        </a:p>
      </dgm:t>
    </dgm:pt>
    <dgm:pt modelId="{F19EDADC-DBFE-48B0-BCA5-BAD208ACC1DD}" type="sibTrans" cxnId="{6AA6F3D9-29D5-44C8-A4C8-54E51AE54CBB}">
      <dgm:prSet/>
      <dgm:spPr/>
      <dgm:t>
        <a:bodyPr/>
        <a:lstStyle/>
        <a:p>
          <a:endParaRPr lang="en-US"/>
        </a:p>
      </dgm:t>
    </dgm:pt>
    <dgm:pt modelId="{0ADF18C2-4DD0-4D3A-AA73-EEB379FB9F8F}" type="asst">
      <dgm:prSet phldrT="[Text]"/>
      <dgm:spPr/>
      <dgm:t>
        <a:bodyPr/>
        <a:lstStyle/>
        <a:p>
          <a:r>
            <a:rPr lang="en-US" dirty="0"/>
            <a:t>KAB Design, LLC</a:t>
          </a:r>
        </a:p>
      </dgm:t>
    </dgm:pt>
    <dgm:pt modelId="{C311619D-51EE-4C12-ABA6-9CE232E8D6B4}" type="parTrans" cxnId="{8DCF0BDE-9A04-44F2-8F04-1F1D6B735DD8}">
      <dgm:prSet/>
      <dgm:spPr/>
      <dgm:t>
        <a:bodyPr/>
        <a:lstStyle/>
        <a:p>
          <a:endParaRPr lang="en-US"/>
        </a:p>
      </dgm:t>
    </dgm:pt>
    <dgm:pt modelId="{48A84844-D1F9-4CE6-85BC-8360234B7AA3}" type="sibTrans" cxnId="{8DCF0BDE-9A04-44F2-8F04-1F1D6B735DD8}">
      <dgm:prSet/>
      <dgm:spPr/>
      <dgm:t>
        <a:bodyPr/>
        <a:lstStyle/>
        <a:p>
          <a:endParaRPr lang="en-US"/>
        </a:p>
      </dgm:t>
    </dgm:pt>
    <dgm:pt modelId="{3DEA0A9F-7738-4540-B191-8924AED8EDC1}" type="asst">
      <dgm:prSet phldrT="[Text]"/>
      <dgm:spPr/>
      <dgm:t>
        <a:bodyPr/>
        <a:lstStyle/>
        <a:p>
          <a:r>
            <a:rPr lang="en-US" dirty="0"/>
            <a:t>KAB Intellectual, LLC</a:t>
          </a:r>
        </a:p>
      </dgm:t>
    </dgm:pt>
    <dgm:pt modelId="{53B7F039-31D5-4CFE-8C3F-C147F3BF7608}" type="parTrans" cxnId="{A3A8118C-E621-4F98-B306-6B30839D88A3}">
      <dgm:prSet/>
      <dgm:spPr/>
      <dgm:t>
        <a:bodyPr/>
        <a:lstStyle/>
        <a:p>
          <a:endParaRPr lang="en-US"/>
        </a:p>
      </dgm:t>
    </dgm:pt>
    <dgm:pt modelId="{7CE5165A-5533-48D3-B65F-D9F965E24176}" type="sibTrans" cxnId="{A3A8118C-E621-4F98-B306-6B30839D88A3}">
      <dgm:prSet/>
      <dgm:spPr/>
      <dgm:t>
        <a:bodyPr/>
        <a:lstStyle/>
        <a:p>
          <a:endParaRPr lang="en-US"/>
        </a:p>
      </dgm:t>
    </dgm:pt>
    <dgm:pt modelId="{871D1CBA-9A59-4E2B-B4B7-338949569276}" type="asst">
      <dgm:prSet phldrT="[Text]"/>
      <dgm:spPr/>
      <dgm:t>
        <a:bodyPr/>
        <a:lstStyle/>
        <a:p>
          <a:r>
            <a:rPr lang="en-US" dirty="0"/>
            <a:t>KAB Properties, LLC</a:t>
          </a:r>
        </a:p>
      </dgm:t>
    </dgm:pt>
    <dgm:pt modelId="{42B98A68-3561-43CE-B5B4-6D94CDD0CA50}" type="parTrans" cxnId="{7C584CB9-53BF-47D3-A847-11F92ADE752F}">
      <dgm:prSet/>
      <dgm:spPr/>
      <dgm:t>
        <a:bodyPr/>
        <a:lstStyle/>
        <a:p>
          <a:endParaRPr lang="en-US"/>
        </a:p>
      </dgm:t>
    </dgm:pt>
    <dgm:pt modelId="{DE19068D-0B01-4AC1-8B08-C3B8B5D601BD}" type="sibTrans" cxnId="{7C584CB9-53BF-47D3-A847-11F92ADE752F}">
      <dgm:prSet/>
      <dgm:spPr/>
      <dgm:t>
        <a:bodyPr/>
        <a:lstStyle/>
        <a:p>
          <a:endParaRPr lang="en-US"/>
        </a:p>
      </dgm:t>
    </dgm:pt>
    <dgm:pt modelId="{FD43582C-30C7-4500-9BCD-30D39225BFD2}" type="asst">
      <dgm:prSet phldrT="[Text]"/>
      <dgm:spPr/>
      <dgm:t>
        <a:bodyPr/>
        <a:lstStyle/>
        <a:p>
          <a:r>
            <a:rPr lang="en-US" dirty="0"/>
            <a:t>KAB Transit, LLC</a:t>
          </a:r>
        </a:p>
      </dgm:t>
    </dgm:pt>
    <dgm:pt modelId="{E38EA54A-2D65-45F8-9B18-24AAFE814E9A}" type="parTrans" cxnId="{DB3791D0-CF7A-4545-AF76-DFE6B19621EF}">
      <dgm:prSet/>
      <dgm:spPr/>
      <dgm:t>
        <a:bodyPr/>
        <a:lstStyle/>
        <a:p>
          <a:endParaRPr lang="en-US"/>
        </a:p>
      </dgm:t>
    </dgm:pt>
    <dgm:pt modelId="{BF2752C2-C7FF-44F8-A1E5-450D5EF1F70C}" type="sibTrans" cxnId="{DB3791D0-CF7A-4545-AF76-DFE6B19621EF}">
      <dgm:prSet/>
      <dgm:spPr/>
      <dgm:t>
        <a:bodyPr/>
        <a:lstStyle/>
        <a:p>
          <a:endParaRPr lang="en-US"/>
        </a:p>
      </dgm:t>
    </dgm:pt>
    <dgm:pt modelId="{167A361C-B4BD-4DB8-B75E-8EE2348826B6}" type="asst">
      <dgm:prSet phldrT="[Text]"/>
      <dgm:spPr/>
      <dgm:t>
        <a:bodyPr/>
        <a:lstStyle/>
        <a:p>
          <a:r>
            <a:rPr lang="en-US" dirty="0"/>
            <a:t>KAB Adult Ventures, LLC</a:t>
          </a:r>
        </a:p>
      </dgm:t>
    </dgm:pt>
    <dgm:pt modelId="{D1C8850C-643C-4DE9-BE58-274D343F2BFC}" type="parTrans" cxnId="{0DD8F30F-AB15-469E-981F-B3900611AA0E}">
      <dgm:prSet/>
      <dgm:spPr/>
      <dgm:t>
        <a:bodyPr/>
        <a:lstStyle/>
        <a:p>
          <a:endParaRPr lang="en-US"/>
        </a:p>
      </dgm:t>
    </dgm:pt>
    <dgm:pt modelId="{463A5BC5-B801-4EB5-9C8F-73842B74375D}" type="sibTrans" cxnId="{0DD8F30F-AB15-469E-981F-B3900611AA0E}">
      <dgm:prSet/>
      <dgm:spPr/>
      <dgm:t>
        <a:bodyPr/>
        <a:lstStyle/>
        <a:p>
          <a:endParaRPr lang="en-US"/>
        </a:p>
      </dgm:t>
    </dgm:pt>
    <dgm:pt modelId="{925C971A-CB6D-49A3-8D41-20C233753180}" type="asst">
      <dgm:prSet phldrT="[Text]"/>
      <dgm:spPr/>
      <dgm:t>
        <a:bodyPr/>
        <a:lstStyle/>
        <a:p>
          <a:r>
            <a:rPr lang="en-US" dirty="0"/>
            <a:t>KAB NextGen Holdings, LLC</a:t>
          </a:r>
        </a:p>
      </dgm:t>
    </dgm:pt>
    <dgm:pt modelId="{4C5D99F1-97D5-4242-AE76-BBBAE36E4EF9}" type="parTrans" cxnId="{707D8DCB-8804-4B7C-9DE5-985FC925F1FC}">
      <dgm:prSet/>
      <dgm:spPr/>
      <dgm:t>
        <a:bodyPr/>
        <a:lstStyle/>
        <a:p>
          <a:endParaRPr lang="en-US"/>
        </a:p>
      </dgm:t>
    </dgm:pt>
    <dgm:pt modelId="{A735E29D-284A-4906-B46E-6BA1438D19D9}" type="sibTrans" cxnId="{707D8DCB-8804-4B7C-9DE5-985FC925F1FC}">
      <dgm:prSet/>
      <dgm:spPr/>
      <dgm:t>
        <a:bodyPr/>
        <a:lstStyle/>
        <a:p>
          <a:endParaRPr lang="en-US"/>
        </a:p>
      </dgm:t>
    </dgm:pt>
    <dgm:pt modelId="{CC6546A0-2760-4696-AFAD-E27D076A66DD}" type="asst">
      <dgm:prSet phldrT="[Text]"/>
      <dgm:spPr/>
      <dgm:t>
        <a:bodyPr/>
        <a:lstStyle/>
        <a:p>
          <a:r>
            <a:rPr lang="en-US" dirty="0"/>
            <a:t>Lauren Kelly Creative, LLC</a:t>
          </a:r>
        </a:p>
      </dgm:t>
    </dgm:pt>
    <dgm:pt modelId="{13B7030C-373B-421A-BEF6-AE545DABC53E}" type="parTrans" cxnId="{443CBB73-EF5F-4FB8-8796-3A72E41D9B7E}">
      <dgm:prSet/>
      <dgm:spPr/>
      <dgm:t>
        <a:bodyPr/>
        <a:lstStyle/>
        <a:p>
          <a:endParaRPr lang="en-US"/>
        </a:p>
      </dgm:t>
    </dgm:pt>
    <dgm:pt modelId="{794E2E05-13A8-43E6-B03A-10277CEAECA9}" type="sibTrans" cxnId="{443CBB73-EF5F-4FB8-8796-3A72E41D9B7E}">
      <dgm:prSet/>
      <dgm:spPr/>
      <dgm:t>
        <a:bodyPr/>
        <a:lstStyle/>
        <a:p>
          <a:endParaRPr lang="en-US"/>
        </a:p>
      </dgm:t>
    </dgm:pt>
    <dgm:pt modelId="{5DB553A4-4F8C-4975-B072-E6246F05EC33}" type="asst">
      <dgm:prSet phldrT="[Text]"/>
      <dgm:spPr/>
      <dgm:t>
        <a:bodyPr/>
        <a:lstStyle/>
        <a:p>
          <a:r>
            <a:rPr lang="en-US" dirty="0"/>
            <a:t>KAB Creations, LLC</a:t>
          </a:r>
        </a:p>
      </dgm:t>
    </dgm:pt>
    <dgm:pt modelId="{FB47CD59-E79E-40C2-93D5-B80B405DCFF4}" type="parTrans" cxnId="{07218CFD-6A95-49F6-82AD-2DE719B3B6B6}">
      <dgm:prSet/>
      <dgm:spPr/>
      <dgm:t>
        <a:bodyPr/>
        <a:lstStyle/>
        <a:p>
          <a:endParaRPr lang="en-US"/>
        </a:p>
      </dgm:t>
    </dgm:pt>
    <dgm:pt modelId="{017AB3C6-DD00-4110-882B-C3AFDAF103F7}" type="sibTrans" cxnId="{07218CFD-6A95-49F6-82AD-2DE719B3B6B6}">
      <dgm:prSet/>
      <dgm:spPr/>
      <dgm:t>
        <a:bodyPr/>
        <a:lstStyle/>
        <a:p>
          <a:endParaRPr lang="en-US"/>
        </a:p>
      </dgm:t>
    </dgm:pt>
    <dgm:pt modelId="{09AA93C8-DBB2-4414-9350-5736CB646C29}" type="asst">
      <dgm:prSet phldrT="[Text]"/>
      <dgm:spPr/>
      <dgm:t>
        <a:bodyPr/>
        <a:lstStyle/>
        <a:p>
          <a:r>
            <a:rPr lang="en-US" dirty="0"/>
            <a:t>Kelly IT Consulting, LLC</a:t>
          </a:r>
        </a:p>
      </dgm:t>
    </dgm:pt>
    <dgm:pt modelId="{75F0B079-EE1F-4534-A0FC-E186D54AB383}" type="parTrans" cxnId="{3EEC7098-A969-413C-99AF-7384A9AB42A5}">
      <dgm:prSet/>
      <dgm:spPr/>
      <dgm:t>
        <a:bodyPr/>
        <a:lstStyle/>
        <a:p>
          <a:endParaRPr lang="en-US"/>
        </a:p>
      </dgm:t>
    </dgm:pt>
    <dgm:pt modelId="{7B31597A-A882-49CB-8376-FCD21C8007B8}" type="sibTrans" cxnId="{3EEC7098-A969-413C-99AF-7384A9AB42A5}">
      <dgm:prSet/>
      <dgm:spPr/>
      <dgm:t>
        <a:bodyPr/>
        <a:lstStyle/>
        <a:p>
          <a:endParaRPr lang="en-US"/>
        </a:p>
      </dgm:t>
    </dgm:pt>
    <dgm:pt modelId="{183203F5-451A-4F9E-A980-93ED21086D70}" type="asst">
      <dgm:prSet phldrT="[Text]"/>
      <dgm:spPr/>
      <dgm:t>
        <a:bodyPr/>
        <a:lstStyle/>
        <a:p>
          <a:r>
            <a:rPr lang="en-US" dirty="0"/>
            <a:t>A-B-K Line Models, LLC</a:t>
          </a:r>
        </a:p>
      </dgm:t>
    </dgm:pt>
    <dgm:pt modelId="{51199B09-99DE-4DFE-A1F1-CD208D4237DF}" type="parTrans" cxnId="{872D5016-623E-428D-9E44-EFF9C5F41888}">
      <dgm:prSet/>
      <dgm:spPr/>
      <dgm:t>
        <a:bodyPr/>
        <a:lstStyle/>
        <a:p>
          <a:endParaRPr lang="en-US"/>
        </a:p>
      </dgm:t>
    </dgm:pt>
    <dgm:pt modelId="{1069C1F4-6C53-457C-B5D3-8BC91F351E4D}" type="sibTrans" cxnId="{872D5016-623E-428D-9E44-EFF9C5F41888}">
      <dgm:prSet/>
      <dgm:spPr/>
      <dgm:t>
        <a:bodyPr/>
        <a:lstStyle/>
        <a:p>
          <a:endParaRPr lang="en-US"/>
        </a:p>
      </dgm:t>
    </dgm:pt>
    <dgm:pt modelId="{8E4FCFC7-7756-4194-B5BE-2FF6A87C8469}" type="asst">
      <dgm:prSet phldrT="[Text]"/>
      <dgm:spPr/>
      <dgm:t>
        <a:bodyPr/>
        <a:lstStyle/>
        <a:p>
          <a:r>
            <a:rPr lang="en-US" dirty="0"/>
            <a:t>Rowan’s Nest Apparel, LLC</a:t>
          </a:r>
        </a:p>
      </dgm:t>
    </dgm:pt>
    <dgm:pt modelId="{D0518DCE-1AD7-4353-99F1-78AA2580A29C}" type="parTrans" cxnId="{4594A8BC-FEC5-4D6F-BD32-73EE6600CD13}">
      <dgm:prSet/>
      <dgm:spPr/>
      <dgm:t>
        <a:bodyPr/>
        <a:lstStyle/>
        <a:p>
          <a:endParaRPr lang="en-US"/>
        </a:p>
      </dgm:t>
    </dgm:pt>
    <dgm:pt modelId="{7056232D-FB92-4097-878E-5698482FC1A8}" type="sibTrans" cxnId="{4594A8BC-FEC5-4D6F-BD32-73EE6600CD13}">
      <dgm:prSet/>
      <dgm:spPr/>
      <dgm:t>
        <a:bodyPr/>
        <a:lstStyle/>
        <a:p>
          <a:endParaRPr lang="en-US"/>
        </a:p>
      </dgm:t>
    </dgm:pt>
    <dgm:pt modelId="{9FFC5BC4-D557-4A57-8847-169E22729CD2}" type="asst">
      <dgm:prSet phldrT="[Text]"/>
      <dgm:spPr/>
      <dgm:t>
        <a:bodyPr/>
        <a:lstStyle/>
        <a:p>
          <a:r>
            <a:rPr lang="en-US" dirty="0"/>
            <a:t>KAB Vendor Management</a:t>
          </a:r>
          <a:r>
            <a:rPr lang="en-US"/>
            <a:t>, LLC</a:t>
          </a:r>
          <a:endParaRPr lang="en-US" dirty="0"/>
        </a:p>
      </dgm:t>
    </dgm:pt>
    <dgm:pt modelId="{59A0FC41-2EB4-4058-B743-169EE0386C19}" type="parTrans" cxnId="{8BF983B3-0B43-421E-B2C1-2F08136B5F0C}">
      <dgm:prSet/>
      <dgm:spPr/>
      <dgm:t>
        <a:bodyPr/>
        <a:lstStyle/>
        <a:p>
          <a:endParaRPr lang="en-US"/>
        </a:p>
      </dgm:t>
    </dgm:pt>
    <dgm:pt modelId="{25A1BA70-351D-42C5-8CF0-A485B2E7185A}" type="sibTrans" cxnId="{8BF983B3-0B43-421E-B2C1-2F08136B5F0C}">
      <dgm:prSet/>
      <dgm:spPr/>
      <dgm:t>
        <a:bodyPr/>
        <a:lstStyle/>
        <a:p>
          <a:endParaRPr lang="en-US"/>
        </a:p>
      </dgm:t>
    </dgm:pt>
    <dgm:pt modelId="{71A48F78-CD89-44C1-8681-D67B3AEB7B3E}" type="pres">
      <dgm:prSet presAssocID="{C1280B6B-4A37-486D-8ADA-3DCF34B94AD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480E801-6FB6-4B4E-9BBA-FD427DBE7AEC}" type="pres">
      <dgm:prSet presAssocID="{4F9E0C9C-4A4F-4886-BD76-A5F9A69024B3}" presName="hierRoot1" presStyleCnt="0">
        <dgm:presLayoutVars>
          <dgm:hierBranch val="init"/>
        </dgm:presLayoutVars>
      </dgm:prSet>
      <dgm:spPr/>
    </dgm:pt>
    <dgm:pt modelId="{34DA95D4-E5C3-46AE-BBA7-CE98CD794834}" type="pres">
      <dgm:prSet presAssocID="{4F9E0C9C-4A4F-4886-BD76-A5F9A69024B3}" presName="rootComposite1" presStyleCnt="0"/>
      <dgm:spPr/>
    </dgm:pt>
    <dgm:pt modelId="{41416E48-DDE5-4AE3-A623-ABAD3F4B4023}" type="pres">
      <dgm:prSet presAssocID="{4F9E0C9C-4A4F-4886-BD76-A5F9A69024B3}" presName="rootText1" presStyleLbl="node0" presStyleIdx="0" presStyleCnt="1">
        <dgm:presLayoutVars>
          <dgm:chPref val="3"/>
        </dgm:presLayoutVars>
      </dgm:prSet>
      <dgm:spPr/>
    </dgm:pt>
    <dgm:pt modelId="{5CC7B2F4-22CD-4440-B9E4-658CDA114D8F}" type="pres">
      <dgm:prSet presAssocID="{4F9E0C9C-4A4F-4886-BD76-A5F9A69024B3}" presName="rootConnector1" presStyleLbl="node1" presStyleIdx="0" presStyleCnt="0"/>
      <dgm:spPr/>
    </dgm:pt>
    <dgm:pt modelId="{0A9130DF-A9F9-48B5-91B1-3B1DCE0DC412}" type="pres">
      <dgm:prSet presAssocID="{4F9E0C9C-4A4F-4886-BD76-A5F9A69024B3}" presName="hierChild2" presStyleCnt="0"/>
      <dgm:spPr/>
    </dgm:pt>
    <dgm:pt modelId="{5FABEA9E-95F6-4EE6-AD46-348794F275AB}" type="pres">
      <dgm:prSet presAssocID="{4F9E0C9C-4A4F-4886-BD76-A5F9A69024B3}" presName="hierChild3" presStyleCnt="0"/>
      <dgm:spPr/>
    </dgm:pt>
    <dgm:pt modelId="{F8845AC6-3F03-4DDD-AA73-253CE5F51609}" type="pres">
      <dgm:prSet presAssocID="{C311619D-51EE-4C12-ABA6-9CE232E8D6B4}" presName="Name111" presStyleLbl="parChTrans1D2" presStyleIdx="0" presStyleCnt="7"/>
      <dgm:spPr/>
    </dgm:pt>
    <dgm:pt modelId="{D330B158-9948-4F3C-B89D-72FB56DA9403}" type="pres">
      <dgm:prSet presAssocID="{0ADF18C2-4DD0-4D3A-AA73-EEB379FB9F8F}" presName="hierRoot3" presStyleCnt="0">
        <dgm:presLayoutVars>
          <dgm:hierBranch val="init"/>
        </dgm:presLayoutVars>
      </dgm:prSet>
      <dgm:spPr/>
    </dgm:pt>
    <dgm:pt modelId="{EC3996D8-7A3B-41A5-8D57-6AA0858B57F3}" type="pres">
      <dgm:prSet presAssocID="{0ADF18C2-4DD0-4D3A-AA73-EEB379FB9F8F}" presName="rootComposite3" presStyleCnt="0"/>
      <dgm:spPr/>
    </dgm:pt>
    <dgm:pt modelId="{83D16CDE-C1D2-4560-BB98-C56F48D04175}" type="pres">
      <dgm:prSet presAssocID="{0ADF18C2-4DD0-4D3A-AA73-EEB379FB9F8F}" presName="rootText3" presStyleLbl="asst1" presStyleIdx="0" presStyleCnt="12">
        <dgm:presLayoutVars>
          <dgm:chPref val="3"/>
        </dgm:presLayoutVars>
      </dgm:prSet>
      <dgm:spPr/>
    </dgm:pt>
    <dgm:pt modelId="{45BB66FC-17E6-4B48-B761-F404C5FEBCF5}" type="pres">
      <dgm:prSet presAssocID="{0ADF18C2-4DD0-4D3A-AA73-EEB379FB9F8F}" presName="rootConnector3" presStyleLbl="asst1" presStyleIdx="0" presStyleCnt="12"/>
      <dgm:spPr/>
    </dgm:pt>
    <dgm:pt modelId="{2DEA436B-5171-48D6-A06C-2E10FC8FDF59}" type="pres">
      <dgm:prSet presAssocID="{0ADF18C2-4DD0-4D3A-AA73-EEB379FB9F8F}" presName="hierChild6" presStyleCnt="0"/>
      <dgm:spPr/>
    </dgm:pt>
    <dgm:pt modelId="{6628A2EA-D10D-4BE8-A5E4-699C59860576}" type="pres">
      <dgm:prSet presAssocID="{0ADF18C2-4DD0-4D3A-AA73-EEB379FB9F8F}" presName="hierChild7" presStyleCnt="0"/>
      <dgm:spPr/>
    </dgm:pt>
    <dgm:pt modelId="{CF3E2933-E4E6-4934-BB45-DCB84348EA6D}" type="pres">
      <dgm:prSet presAssocID="{53B7F039-31D5-4CFE-8C3F-C147F3BF7608}" presName="Name111" presStyleLbl="parChTrans1D2" presStyleIdx="1" presStyleCnt="7"/>
      <dgm:spPr/>
    </dgm:pt>
    <dgm:pt modelId="{8988529D-D99B-44AA-89B5-7C46CCFE4719}" type="pres">
      <dgm:prSet presAssocID="{3DEA0A9F-7738-4540-B191-8924AED8EDC1}" presName="hierRoot3" presStyleCnt="0">
        <dgm:presLayoutVars>
          <dgm:hierBranch val="init"/>
        </dgm:presLayoutVars>
      </dgm:prSet>
      <dgm:spPr/>
    </dgm:pt>
    <dgm:pt modelId="{B840466B-2063-4414-9652-D84BAC6CC905}" type="pres">
      <dgm:prSet presAssocID="{3DEA0A9F-7738-4540-B191-8924AED8EDC1}" presName="rootComposite3" presStyleCnt="0"/>
      <dgm:spPr/>
    </dgm:pt>
    <dgm:pt modelId="{54274028-D79B-4897-96C5-46C59D586116}" type="pres">
      <dgm:prSet presAssocID="{3DEA0A9F-7738-4540-B191-8924AED8EDC1}" presName="rootText3" presStyleLbl="asst1" presStyleIdx="1" presStyleCnt="12">
        <dgm:presLayoutVars>
          <dgm:chPref val="3"/>
        </dgm:presLayoutVars>
      </dgm:prSet>
      <dgm:spPr/>
    </dgm:pt>
    <dgm:pt modelId="{DD9B2C51-59C5-43BA-8A60-8B69042E862B}" type="pres">
      <dgm:prSet presAssocID="{3DEA0A9F-7738-4540-B191-8924AED8EDC1}" presName="rootConnector3" presStyleLbl="asst1" presStyleIdx="1" presStyleCnt="12"/>
      <dgm:spPr/>
    </dgm:pt>
    <dgm:pt modelId="{111AF865-A473-4597-BCD4-308F011CFF85}" type="pres">
      <dgm:prSet presAssocID="{3DEA0A9F-7738-4540-B191-8924AED8EDC1}" presName="hierChild6" presStyleCnt="0"/>
      <dgm:spPr/>
    </dgm:pt>
    <dgm:pt modelId="{688A1FBD-B207-4DAE-8373-47C3F0220144}" type="pres">
      <dgm:prSet presAssocID="{3DEA0A9F-7738-4540-B191-8924AED8EDC1}" presName="hierChild7" presStyleCnt="0"/>
      <dgm:spPr/>
    </dgm:pt>
    <dgm:pt modelId="{A649B825-E1D3-446C-B01D-392CBDC7E50E}" type="pres">
      <dgm:prSet presAssocID="{42B98A68-3561-43CE-B5B4-6D94CDD0CA50}" presName="Name111" presStyleLbl="parChTrans1D2" presStyleIdx="2" presStyleCnt="7"/>
      <dgm:spPr/>
    </dgm:pt>
    <dgm:pt modelId="{6CDD696F-0F1C-48C8-959D-D3637DA642E3}" type="pres">
      <dgm:prSet presAssocID="{871D1CBA-9A59-4E2B-B4B7-338949569276}" presName="hierRoot3" presStyleCnt="0">
        <dgm:presLayoutVars>
          <dgm:hierBranch val="init"/>
        </dgm:presLayoutVars>
      </dgm:prSet>
      <dgm:spPr/>
    </dgm:pt>
    <dgm:pt modelId="{05D434EF-3CC5-40B0-BA88-4C9921A76D78}" type="pres">
      <dgm:prSet presAssocID="{871D1CBA-9A59-4E2B-B4B7-338949569276}" presName="rootComposite3" presStyleCnt="0"/>
      <dgm:spPr/>
    </dgm:pt>
    <dgm:pt modelId="{BACBDE41-A4A2-4ACB-BB4D-CB3B42E736A8}" type="pres">
      <dgm:prSet presAssocID="{871D1CBA-9A59-4E2B-B4B7-338949569276}" presName="rootText3" presStyleLbl="asst1" presStyleIdx="2" presStyleCnt="12">
        <dgm:presLayoutVars>
          <dgm:chPref val="3"/>
        </dgm:presLayoutVars>
      </dgm:prSet>
      <dgm:spPr/>
    </dgm:pt>
    <dgm:pt modelId="{1A1F36CB-A397-4C16-AC6A-37AAD4B01A5C}" type="pres">
      <dgm:prSet presAssocID="{871D1CBA-9A59-4E2B-B4B7-338949569276}" presName="rootConnector3" presStyleLbl="asst1" presStyleIdx="2" presStyleCnt="12"/>
      <dgm:spPr/>
    </dgm:pt>
    <dgm:pt modelId="{160A820E-B39F-489D-949D-831BFD72DFF4}" type="pres">
      <dgm:prSet presAssocID="{871D1CBA-9A59-4E2B-B4B7-338949569276}" presName="hierChild6" presStyleCnt="0"/>
      <dgm:spPr/>
    </dgm:pt>
    <dgm:pt modelId="{C7E65C58-FB0E-4EA1-A8CB-209C64F7397E}" type="pres">
      <dgm:prSet presAssocID="{871D1CBA-9A59-4E2B-B4B7-338949569276}" presName="hierChild7" presStyleCnt="0"/>
      <dgm:spPr/>
    </dgm:pt>
    <dgm:pt modelId="{99624D11-3768-49F0-A22A-F5970DEF9410}" type="pres">
      <dgm:prSet presAssocID="{E38EA54A-2D65-45F8-9B18-24AAFE814E9A}" presName="Name111" presStyleLbl="parChTrans1D2" presStyleIdx="3" presStyleCnt="7"/>
      <dgm:spPr/>
    </dgm:pt>
    <dgm:pt modelId="{7AA647C3-186B-49C3-BA18-249A38FCFD2D}" type="pres">
      <dgm:prSet presAssocID="{FD43582C-30C7-4500-9BCD-30D39225BFD2}" presName="hierRoot3" presStyleCnt="0">
        <dgm:presLayoutVars>
          <dgm:hierBranch val="init"/>
        </dgm:presLayoutVars>
      </dgm:prSet>
      <dgm:spPr/>
    </dgm:pt>
    <dgm:pt modelId="{D81BC1A4-0D3D-4053-86B9-9AEEE71F605D}" type="pres">
      <dgm:prSet presAssocID="{FD43582C-30C7-4500-9BCD-30D39225BFD2}" presName="rootComposite3" presStyleCnt="0"/>
      <dgm:spPr/>
    </dgm:pt>
    <dgm:pt modelId="{549295E8-9EA8-40EE-89C1-0D2BBA6FBEC3}" type="pres">
      <dgm:prSet presAssocID="{FD43582C-30C7-4500-9BCD-30D39225BFD2}" presName="rootText3" presStyleLbl="asst1" presStyleIdx="3" presStyleCnt="12">
        <dgm:presLayoutVars>
          <dgm:chPref val="3"/>
        </dgm:presLayoutVars>
      </dgm:prSet>
      <dgm:spPr/>
    </dgm:pt>
    <dgm:pt modelId="{08DE1B0E-9329-45A6-8CC4-EDFF55216A2D}" type="pres">
      <dgm:prSet presAssocID="{FD43582C-30C7-4500-9BCD-30D39225BFD2}" presName="rootConnector3" presStyleLbl="asst1" presStyleIdx="3" presStyleCnt="12"/>
      <dgm:spPr/>
    </dgm:pt>
    <dgm:pt modelId="{9202D405-0C2A-488C-ACAB-5AAF63210E05}" type="pres">
      <dgm:prSet presAssocID="{FD43582C-30C7-4500-9BCD-30D39225BFD2}" presName="hierChild6" presStyleCnt="0"/>
      <dgm:spPr/>
    </dgm:pt>
    <dgm:pt modelId="{FD6416DB-F9EC-47FC-8404-A1C55AE90F4F}" type="pres">
      <dgm:prSet presAssocID="{FD43582C-30C7-4500-9BCD-30D39225BFD2}" presName="hierChild7" presStyleCnt="0"/>
      <dgm:spPr/>
    </dgm:pt>
    <dgm:pt modelId="{3065C51B-9AF9-48BB-A07A-1F7946194D6C}" type="pres">
      <dgm:prSet presAssocID="{59A0FC41-2EB4-4058-B743-169EE0386C19}" presName="Name111" presStyleLbl="parChTrans1D2" presStyleIdx="4" presStyleCnt="7"/>
      <dgm:spPr/>
    </dgm:pt>
    <dgm:pt modelId="{C5CF88A4-BD9C-45CF-A462-DEFEC186951C}" type="pres">
      <dgm:prSet presAssocID="{9FFC5BC4-D557-4A57-8847-169E22729CD2}" presName="hierRoot3" presStyleCnt="0">
        <dgm:presLayoutVars>
          <dgm:hierBranch val="init"/>
        </dgm:presLayoutVars>
      </dgm:prSet>
      <dgm:spPr/>
    </dgm:pt>
    <dgm:pt modelId="{9D4A1A0A-47CA-49BE-8C88-C0C7730BBEC7}" type="pres">
      <dgm:prSet presAssocID="{9FFC5BC4-D557-4A57-8847-169E22729CD2}" presName="rootComposite3" presStyleCnt="0"/>
      <dgm:spPr/>
    </dgm:pt>
    <dgm:pt modelId="{CB5ED01B-241A-4DCE-8AFA-F241C3FD9B4B}" type="pres">
      <dgm:prSet presAssocID="{9FFC5BC4-D557-4A57-8847-169E22729CD2}" presName="rootText3" presStyleLbl="asst1" presStyleIdx="4" presStyleCnt="12">
        <dgm:presLayoutVars>
          <dgm:chPref val="3"/>
        </dgm:presLayoutVars>
      </dgm:prSet>
      <dgm:spPr/>
    </dgm:pt>
    <dgm:pt modelId="{A70681EC-66D0-40F4-A6C4-638496B7399C}" type="pres">
      <dgm:prSet presAssocID="{9FFC5BC4-D557-4A57-8847-169E22729CD2}" presName="rootConnector3" presStyleLbl="asst1" presStyleIdx="4" presStyleCnt="12"/>
      <dgm:spPr/>
    </dgm:pt>
    <dgm:pt modelId="{B3D3F1F7-485B-429C-843E-E7B6981C26EF}" type="pres">
      <dgm:prSet presAssocID="{9FFC5BC4-D557-4A57-8847-169E22729CD2}" presName="hierChild6" presStyleCnt="0"/>
      <dgm:spPr/>
    </dgm:pt>
    <dgm:pt modelId="{A0C85631-DDD2-4D76-89B7-E1E34FA77AA5}" type="pres">
      <dgm:prSet presAssocID="{9FFC5BC4-D557-4A57-8847-169E22729CD2}" presName="hierChild7" presStyleCnt="0"/>
      <dgm:spPr/>
    </dgm:pt>
    <dgm:pt modelId="{1B01FD08-9F08-4678-A7BE-ED54AD5FC3C7}" type="pres">
      <dgm:prSet presAssocID="{D1C8850C-643C-4DE9-BE58-274D343F2BFC}" presName="Name111" presStyleLbl="parChTrans1D2" presStyleIdx="5" presStyleCnt="7"/>
      <dgm:spPr/>
    </dgm:pt>
    <dgm:pt modelId="{F5E7838D-1DA8-4A6F-98DA-3927B80212E5}" type="pres">
      <dgm:prSet presAssocID="{167A361C-B4BD-4DB8-B75E-8EE2348826B6}" presName="hierRoot3" presStyleCnt="0">
        <dgm:presLayoutVars>
          <dgm:hierBranch val="init"/>
        </dgm:presLayoutVars>
      </dgm:prSet>
      <dgm:spPr/>
    </dgm:pt>
    <dgm:pt modelId="{4A156646-0645-4DFE-AE4C-3BAA1C93AA6B}" type="pres">
      <dgm:prSet presAssocID="{167A361C-B4BD-4DB8-B75E-8EE2348826B6}" presName="rootComposite3" presStyleCnt="0"/>
      <dgm:spPr/>
    </dgm:pt>
    <dgm:pt modelId="{9AC2F8AC-83B3-4663-857F-0199F9915AF4}" type="pres">
      <dgm:prSet presAssocID="{167A361C-B4BD-4DB8-B75E-8EE2348826B6}" presName="rootText3" presStyleLbl="asst1" presStyleIdx="5" presStyleCnt="12">
        <dgm:presLayoutVars>
          <dgm:chPref val="3"/>
        </dgm:presLayoutVars>
      </dgm:prSet>
      <dgm:spPr/>
    </dgm:pt>
    <dgm:pt modelId="{5EA5DAB2-A5E5-49BF-A040-F581002CD57E}" type="pres">
      <dgm:prSet presAssocID="{167A361C-B4BD-4DB8-B75E-8EE2348826B6}" presName="rootConnector3" presStyleLbl="asst1" presStyleIdx="5" presStyleCnt="12"/>
      <dgm:spPr/>
    </dgm:pt>
    <dgm:pt modelId="{3470FD6E-B8AB-466E-9523-448587533B19}" type="pres">
      <dgm:prSet presAssocID="{167A361C-B4BD-4DB8-B75E-8EE2348826B6}" presName="hierChild6" presStyleCnt="0"/>
      <dgm:spPr/>
    </dgm:pt>
    <dgm:pt modelId="{003C8FFC-A059-4955-B7B3-61582C8613F3}" type="pres">
      <dgm:prSet presAssocID="{167A361C-B4BD-4DB8-B75E-8EE2348826B6}" presName="hierChild7" presStyleCnt="0"/>
      <dgm:spPr/>
    </dgm:pt>
    <dgm:pt modelId="{77FE6527-7972-43D1-A954-C77798EEEA96}" type="pres">
      <dgm:prSet presAssocID="{13B7030C-373B-421A-BEF6-AE545DABC53E}" presName="Name111" presStyleLbl="parChTrans1D3" presStyleIdx="0" presStyleCnt="5"/>
      <dgm:spPr/>
    </dgm:pt>
    <dgm:pt modelId="{2BCF0C0F-7C91-42C9-8158-0881516AF50D}" type="pres">
      <dgm:prSet presAssocID="{CC6546A0-2760-4696-AFAD-E27D076A66DD}" presName="hierRoot3" presStyleCnt="0">
        <dgm:presLayoutVars>
          <dgm:hierBranch val="init"/>
        </dgm:presLayoutVars>
      </dgm:prSet>
      <dgm:spPr/>
    </dgm:pt>
    <dgm:pt modelId="{9705E98A-7555-4BDC-A6A0-7279C706BC8F}" type="pres">
      <dgm:prSet presAssocID="{CC6546A0-2760-4696-AFAD-E27D076A66DD}" presName="rootComposite3" presStyleCnt="0"/>
      <dgm:spPr/>
    </dgm:pt>
    <dgm:pt modelId="{59AD3A0F-E181-4562-B631-03B6A926D887}" type="pres">
      <dgm:prSet presAssocID="{CC6546A0-2760-4696-AFAD-E27D076A66DD}" presName="rootText3" presStyleLbl="asst1" presStyleIdx="6" presStyleCnt="12">
        <dgm:presLayoutVars>
          <dgm:chPref val="3"/>
        </dgm:presLayoutVars>
      </dgm:prSet>
      <dgm:spPr/>
    </dgm:pt>
    <dgm:pt modelId="{3FEFB4B3-A480-406B-994F-48D03A24C69E}" type="pres">
      <dgm:prSet presAssocID="{CC6546A0-2760-4696-AFAD-E27D076A66DD}" presName="rootConnector3" presStyleLbl="asst1" presStyleIdx="6" presStyleCnt="12"/>
      <dgm:spPr/>
    </dgm:pt>
    <dgm:pt modelId="{5B82DE3F-356A-4658-A67A-5EECC4CCADF2}" type="pres">
      <dgm:prSet presAssocID="{CC6546A0-2760-4696-AFAD-E27D076A66DD}" presName="hierChild6" presStyleCnt="0"/>
      <dgm:spPr/>
    </dgm:pt>
    <dgm:pt modelId="{BF622CB4-8024-4AB6-AFF7-2C738407A226}" type="pres">
      <dgm:prSet presAssocID="{CC6546A0-2760-4696-AFAD-E27D076A66DD}" presName="hierChild7" presStyleCnt="0"/>
      <dgm:spPr/>
    </dgm:pt>
    <dgm:pt modelId="{DDFA5FD4-6E0C-4D47-AB70-2819FB6B4B8E}" type="pres">
      <dgm:prSet presAssocID="{FB47CD59-E79E-40C2-93D5-B80B405DCFF4}" presName="Name111" presStyleLbl="parChTrans1D3" presStyleIdx="1" presStyleCnt="5"/>
      <dgm:spPr/>
    </dgm:pt>
    <dgm:pt modelId="{CF0ED68D-AE99-4880-8D31-4CD089C80C1E}" type="pres">
      <dgm:prSet presAssocID="{5DB553A4-4F8C-4975-B072-E6246F05EC33}" presName="hierRoot3" presStyleCnt="0">
        <dgm:presLayoutVars>
          <dgm:hierBranch val="init"/>
        </dgm:presLayoutVars>
      </dgm:prSet>
      <dgm:spPr/>
    </dgm:pt>
    <dgm:pt modelId="{7D692431-DB6F-498F-8B65-BEF13FD80D98}" type="pres">
      <dgm:prSet presAssocID="{5DB553A4-4F8C-4975-B072-E6246F05EC33}" presName="rootComposite3" presStyleCnt="0"/>
      <dgm:spPr/>
    </dgm:pt>
    <dgm:pt modelId="{3FA41E96-DD50-4C7D-B5FF-0337FB3009DF}" type="pres">
      <dgm:prSet presAssocID="{5DB553A4-4F8C-4975-B072-E6246F05EC33}" presName="rootText3" presStyleLbl="asst1" presStyleIdx="7" presStyleCnt="12">
        <dgm:presLayoutVars>
          <dgm:chPref val="3"/>
        </dgm:presLayoutVars>
      </dgm:prSet>
      <dgm:spPr/>
    </dgm:pt>
    <dgm:pt modelId="{34DB3B43-7176-4C44-9E10-79425ABCA171}" type="pres">
      <dgm:prSet presAssocID="{5DB553A4-4F8C-4975-B072-E6246F05EC33}" presName="rootConnector3" presStyleLbl="asst1" presStyleIdx="7" presStyleCnt="12"/>
      <dgm:spPr/>
    </dgm:pt>
    <dgm:pt modelId="{3B446D51-D52C-4D44-B1D2-26646C66EC7C}" type="pres">
      <dgm:prSet presAssocID="{5DB553A4-4F8C-4975-B072-E6246F05EC33}" presName="hierChild6" presStyleCnt="0"/>
      <dgm:spPr/>
    </dgm:pt>
    <dgm:pt modelId="{B81AB737-F5CD-43D3-85A1-A1B3DAC41151}" type="pres">
      <dgm:prSet presAssocID="{5DB553A4-4F8C-4975-B072-E6246F05EC33}" presName="hierChild7" presStyleCnt="0"/>
      <dgm:spPr/>
    </dgm:pt>
    <dgm:pt modelId="{38A93A73-2282-4D33-BE39-07AE7CD5F72D}" type="pres">
      <dgm:prSet presAssocID="{75F0B079-EE1F-4534-A0FC-E186D54AB383}" presName="Name111" presStyleLbl="parChTrans1D3" presStyleIdx="2" presStyleCnt="5"/>
      <dgm:spPr/>
    </dgm:pt>
    <dgm:pt modelId="{1BA37C42-9C9E-49E7-A27A-251BF8C27D55}" type="pres">
      <dgm:prSet presAssocID="{09AA93C8-DBB2-4414-9350-5736CB646C29}" presName="hierRoot3" presStyleCnt="0">
        <dgm:presLayoutVars>
          <dgm:hierBranch val="init"/>
        </dgm:presLayoutVars>
      </dgm:prSet>
      <dgm:spPr/>
    </dgm:pt>
    <dgm:pt modelId="{50C5F701-009F-4C5E-B1A8-44A4388D9147}" type="pres">
      <dgm:prSet presAssocID="{09AA93C8-DBB2-4414-9350-5736CB646C29}" presName="rootComposite3" presStyleCnt="0"/>
      <dgm:spPr/>
    </dgm:pt>
    <dgm:pt modelId="{4D4B2D75-5384-4438-84F0-04416FC8EBCE}" type="pres">
      <dgm:prSet presAssocID="{09AA93C8-DBB2-4414-9350-5736CB646C29}" presName="rootText3" presStyleLbl="asst1" presStyleIdx="8" presStyleCnt="12">
        <dgm:presLayoutVars>
          <dgm:chPref val="3"/>
        </dgm:presLayoutVars>
      </dgm:prSet>
      <dgm:spPr/>
    </dgm:pt>
    <dgm:pt modelId="{75642524-8EA7-481F-9B69-36BA14DF4348}" type="pres">
      <dgm:prSet presAssocID="{09AA93C8-DBB2-4414-9350-5736CB646C29}" presName="rootConnector3" presStyleLbl="asst1" presStyleIdx="8" presStyleCnt="12"/>
      <dgm:spPr/>
    </dgm:pt>
    <dgm:pt modelId="{29508B80-A98E-428F-A59A-CB855923CB07}" type="pres">
      <dgm:prSet presAssocID="{09AA93C8-DBB2-4414-9350-5736CB646C29}" presName="hierChild6" presStyleCnt="0"/>
      <dgm:spPr/>
    </dgm:pt>
    <dgm:pt modelId="{77AB3A03-3F7E-4798-B193-0872B38E94FC}" type="pres">
      <dgm:prSet presAssocID="{09AA93C8-DBB2-4414-9350-5736CB646C29}" presName="hierChild7" presStyleCnt="0"/>
      <dgm:spPr/>
    </dgm:pt>
    <dgm:pt modelId="{4DE3AD4E-6110-4A16-8B1D-7B29E61B76FC}" type="pres">
      <dgm:prSet presAssocID="{4C5D99F1-97D5-4242-AE76-BBBAE36E4EF9}" presName="Name111" presStyleLbl="parChTrans1D2" presStyleIdx="6" presStyleCnt="7"/>
      <dgm:spPr/>
    </dgm:pt>
    <dgm:pt modelId="{45F7FA0D-405C-4881-8C06-F8F987E274F9}" type="pres">
      <dgm:prSet presAssocID="{925C971A-CB6D-49A3-8D41-20C233753180}" presName="hierRoot3" presStyleCnt="0">
        <dgm:presLayoutVars>
          <dgm:hierBranch val="init"/>
        </dgm:presLayoutVars>
      </dgm:prSet>
      <dgm:spPr/>
    </dgm:pt>
    <dgm:pt modelId="{6D028167-5A77-45FE-8DDB-88D27253B92B}" type="pres">
      <dgm:prSet presAssocID="{925C971A-CB6D-49A3-8D41-20C233753180}" presName="rootComposite3" presStyleCnt="0"/>
      <dgm:spPr/>
    </dgm:pt>
    <dgm:pt modelId="{4DDCAFD6-FE2D-417A-8F9B-37ED080E8170}" type="pres">
      <dgm:prSet presAssocID="{925C971A-CB6D-49A3-8D41-20C233753180}" presName="rootText3" presStyleLbl="asst1" presStyleIdx="9" presStyleCnt="12">
        <dgm:presLayoutVars>
          <dgm:chPref val="3"/>
        </dgm:presLayoutVars>
      </dgm:prSet>
      <dgm:spPr/>
    </dgm:pt>
    <dgm:pt modelId="{D937F778-7DD7-4A9B-935B-A53064E8741D}" type="pres">
      <dgm:prSet presAssocID="{925C971A-CB6D-49A3-8D41-20C233753180}" presName="rootConnector3" presStyleLbl="asst1" presStyleIdx="9" presStyleCnt="12"/>
      <dgm:spPr/>
    </dgm:pt>
    <dgm:pt modelId="{763C1B41-031A-4D8C-8CBF-A4459EAE84A9}" type="pres">
      <dgm:prSet presAssocID="{925C971A-CB6D-49A3-8D41-20C233753180}" presName="hierChild6" presStyleCnt="0"/>
      <dgm:spPr/>
    </dgm:pt>
    <dgm:pt modelId="{856FA79D-85C3-4877-B3FE-8FEEAAAC3028}" type="pres">
      <dgm:prSet presAssocID="{925C971A-CB6D-49A3-8D41-20C233753180}" presName="hierChild7" presStyleCnt="0"/>
      <dgm:spPr/>
    </dgm:pt>
    <dgm:pt modelId="{FD99C4F7-B853-47D9-8B84-BCEA6C970EAB}" type="pres">
      <dgm:prSet presAssocID="{51199B09-99DE-4DFE-A1F1-CD208D4237DF}" presName="Name111" presStyleLbl="parChTrans1D3" presStyleIdx="3" presStyleCnt="5"/>
      <dgm:spPr/>
    </dgm:pt>
    <dgm:pt modelId="{C23DB67E-B535-4223-8263-A24418471373}" type="pres">
      <dgm:prSet presAssocID="{183203F5-451A-4F9E-A980-93ED21086D70}" presName="hierRoot3" presStyleCnt="0">
        <dgm:presLayoutVars>
          <dgm:hierBranch val="init"/>
        </dgm:presLayoutVars>
      </dgm:prSet>
      <dgm:spPr/>
    </dgm:pt>
    <dgm:pt modelId="{0D3BEA79-315A-47C7-AA6D-38987766517F}" type="pres">
      <dgm:prSet presAssocID="{183203F5-451A-4F9E-A980-93ED21086D70}" presName="rootComposite3" presStyleCnt="0"/>
      <dgm:spPr/>
    </dgm:pt>
    <dgm:pt modelId="{0CDFA4D0-DB6C-4543-B886-124D593E0231}" type="pres">
      <dgm:prSet presAssocID="{183203F5-451A-4F9E-A980-93ED21086D70}" presName="rootText3" presStyleLbl="asst1" presStyleIdx="10" presStyleCnt="12">
        <dgm:presLayoutVars>
          <dgm:chPref val="3"/>
        </dgm:presLayoutVars>
      </dgm:prSet>
      <dgm:spPr/>
    </dgm:pt>
    <dgm:pt modelId="{E6CBB106-EFB3-43D5-8BA5-3A9F22C2441D}" type="pres">
      <dgm:prSet presAssocID="{183203F5-451A-4F9E-A980-93ED21086D70}" presName="rootConnector3" presStyleLbl="asst1" presStyleIdx="10" presStyleCnt="12"/>
      <dgm:spPr/>
    </dgm:pt>
    <dgm:pt modelId="{F2C1C714-D554-4F82-B038-50EBCBFB8ED7}" type="pres">
      <dgm:prSet presAssocID="{183203F5-451A-4F9E-A980-93ED21086D70}" presName="hierChild6" presStyleCnt="0"/>
      <dgm:spPr/>
    </dgm:pt>
    <dgm:pt modelId="{87771C52-6198-4573-B802-1ABDB2DF3B85}" type="pres">
      <dgm:prSet presAssocID="{183203F5-451A-4F9E-A980-93ED21086D70}" presName="hierChild7" presStyleCnt="0"/>
      <dgm:spPr/>
    </dgm:pt>
    <dgm:pt modelId="{6BCACC5C-36FC-4069-802C-FBA327CC4B4A}" type="pres">
      <dgm:prSet presAssocID="{D0518DCE-1AD7-4353-99F1-78AA2580A29C}" presName="Name111" presStyleLbl="parChTrans1D3" presStyleIdx="4" presStyleCnt="5"/>
      <dgm:spPr/>
    </dgm:pt>
    <dgm:pt modelId="{7FD1001F-B4ED-45CF-A6BC-7118CE22212E}" type="pres">
      <dgm:prSet presAssocID="{8E4FCFC7-7756-4194-B5BE-2FF6A87C8469}" presName="hierRoot3" presStyleCnt="0">
        <dgm:presLayoutVars>
          <dgm:hierBranch val="init"/>
        </dgm:presLayoutVars>
      </dgm:prSet>
      <dgm:spPr/>
    </dgm:pt>
    <dgm:pt modelId="{71CE3CF3-5C0E-4D2E-9F6E-7F03F5DF6B53}" type="pres">
      <dgm:prSet presAssocID="{8E4FCFC7-7756-4194-B5BE-2FF6A87C8469}" presName="rootComposite3" presStyleCnt="0"/>
      <dgm:spPr/>
    </dgm:pt>
    <dgm:pt modelId="{DC727452-8D30-401C-B291-892F0EEF037D}" type="pres">
      <dgm:prSet presAssocID="{8E4FCFC7-7756-4194-B5BE-2FF6A87C8469}" presName="rootText3" presStyleLbl="asst1" presStyleIdx="11" presStyleCnt="12">
        <dgm:presLayoutVars>
          <dgm:chPref val="3"/>
        </dgm:presLayoutVars>
      </dgm:prSet>
      <dgm:spPr/>
    </dgm:pt>
    <dgm:pt modelId="{D643B681-DFE9-426C-91E9-1D0ADAF05AA0}" type="pres">
      <dgm:prSet presAssocID="{8E4FCFC7-7756-4194-B5BE-2FF6A87C8469}" presName="rootConnector3" presStyleLbl="asst1" presStyleIdx="11" presStyleCnt="12"/>
      <dgm:spPr/>
    </dgm:pt>
    <dgm:pt modelId="{55EBC14A-6166-459F-8BE2-037CC0A38D66}" type="pres">
      <dgm:prSet presAssocID="{8E4FCFC7-7756-4194-B5BE-2FF6A87C8469}" presName="hierChild6" presStyleCnt="0"/>
      <dgm:spPr/>
    </dgm:pt>
    <dgm:pt modelId="{C9B7CB6F-8560-474C-BCC3-0F3E8679EE72}" type="pres">
      <dgm:prSet presAssocID="{8E4FCFC7-7756-4194-B5BE-2FF6A87C8469}" presName="hierChild7" presStyleCnt="0"/>
      <dgm:spPr/>
    </dgm:pt>
  </dgm:ptLst>
  <dgm:cxnLst>
    <dgm:cxn modelId="{EA477501-34E5-4312-BBD1-4FC9DFAC1C81}" type="presOf" srcId="{4F9E0C9C-4A4F-4886-BD76-A5F9A69024B3}" destId="{5CC7B2F4-22CD-4440-B9E4-658CDA114D8F}" srcOrd="1" destOrd="0" presId="urn:microsoft.com/office/officeart/2005/8/layout/orgChart1"/>
    <dgm:cxn modelId="{F2E29B09-ACC8-48A8-9D6A-68D98A6F285E}" type="presOf" srcId="{0ADF18C2-4DD0-4D3A-AA73-EEB379FB9F8F}" destId="{83D16CDE-C1D2-4560-BB98-C56F48D04175}" srcOrd="0" destOrd="0" presId="urn:microsoft.com/office/officeart/2005/8/layout/orgChart1"/>
    <dgm:cxn modelId="{0DD8F30F-AB15-469E-981F-B3900611AA0E}" srcId="{4F9E0C9C-4A4F-4886-BD76-A5F9A69024B3}" destId="{167A361C-B4BD-4DB8-B75E-8EE2348826B6}" srcOrd="5" destOrd="0" parTransId="{D1C8850C-643C-4DE9-BE58-274D343F2BFC}" sibTransId="{463A5BC5-B801-4EB5-9C8F-73842B74375D}"/>
    <dgm:cxn modelId="{872D5016-623E-428D-9E44-EFF9C5F41888}" srcId="{925C971A-CB6D-49A3-8D41-20C233753180}" destId="{183203F5-451A-4F9E-A980-93ED21086D70}" srcOrd="0" destOrd="0" parTransId="{51199B09-99DE-4DFE-A1F1-CD208D4237DF}" sibTransId="{1069C1F4-6C53-457C-B5D3-8BC91F351E4D}"/>
    <dgm:cxn modelId="{BDCB3E1A-34A5-4361-88BF-455E6454A9E0}" type="presOf" srcId="{FB47CD59-E79E-40C2-93D5-B80B405DCFF4}" destId="{DDFA5FD4-6E0C-4D47-AB70-2819FB6B4B8E}" srcOrd="0" destOrd="0" presId="urn:microsoft.com/office/officeart/2005/8/layout/orgChart1"/>
    <dgm:cxn modelId="{1E56861B-A33C-4DF8-B652-346B802A523E}" type="presOf" srcId="{5DB553A4-4F8C-4975-B072-E6246F05EC33}" destId="{34DB3B43-7176-4C44-9E10-79425ABCA171}" srcOrd="1" destOrd="0" presId="urn:microsoft.com/office/officeart/2005/8/layout/orgChart1"/>
    <dgm:cxn modelId="{EC7BC01B-E351-4146-A477-6EC92C78CE8B}" type="presOf" srcId="{C1280B6B-4A37-486D-8ADA-3DCF34B94ADC}" destId="{71A48F78-CD89-44C1-8681-D67B3AEB7B3E}" srcOrd="0" destOrd="0" presId="urn:microsoft.com/office/officeart/2005/8/layout/orgChart1"/>
    <dgm:cxn modelId="{F432641D-EF98-4C25-9AD3-166932936C0C}" type="presOf" srcId="{167A361C-B4BD-4DB8-B75E-8EE2348826B6}" destId="{9AC2F8AC-83B3-4663-857F-0199F9915AF4}" srcOrd="0" destOrd="0" presId="urn:microsoft.com/office/officeart/2005/8/layout/orgChart1"/>
    <dgm:cxn modelId="{34698C25-A9D1-4009-A798-72CE57BBBAFF}" type="presOf" srcId="{9FFC5BC4-D557-4A57-8847-169E22729CD2}" destId="{CB5ED01B-241A-4DCE-8AFA-F241C3FD9B4B}" srcOrd="0" destOrd="0" presId="urn:microsoft.com/office/officeart/2005/8/layout/orgChart1"/>
    <dgm:cxn modelId="{09C35229-92FB-48F2-A0FB-A37840907F30}" type="presOf" srcId="{CC6546A0-2760-4696-AFAD-E27D076A66DD}" destId="{59AD3A0F-E181-4562-B631-03B6A926D887}" srcOrd="0" destOrd="0" presId="urn:microsoft.com/office/officeart/2005/8/layout/orgChart1"/>
    <dgm:cxn modelId="{2334492F-EB23-4B16-819B-87C4EA3E6D81}" type="presOf" srcId="{183203F5-451A-4F9E-A980-93ED21086D70}" destId="{0CDFA4D0-DB6C-4543-B886-124D593E0231}" srcOrd="0" destOrd="0" presId="urn:microsoft.com/office/officeart/2005/8/layout/orgChart1"/>
    <dgm:cxn modelId="{615A6031-9056-48D1-B27C-30C187C09D5B}" type="presOf" srcId="{51199B09-99DE-4DFE-A1F1-CD208D4237DF}" destId="{FD99C4F7-B853-47D9-8B84-BCEA6C970EAB}" srcOrd="0" destOrd="0" presId="urn:microsoft.com/office/officeart/2005/8/layout/orgChart1"/>
    <dgm:cxn modelId="{63210134-A7A7-413B-AD20-1F12B7194BE4}" type="presOf" srcId="{9FFC5BC4-D557-4A57-8847-169E22729CD2}" destId="{A70681EC-66D0-40F4-A6C4-638496B7399C}" srcOrd="1" destOrd="0" presId="urn:microsoft.com/office/officeart/2005/8/layout/orgChart1"/>
    <dgm:cxn modelId="{DF256639-F251-47B0-8181-22A06051272D}" type="presOf" srcId="{925C971A-CB6D-49A3-8D41-20C233753180}" destId="{4DDCAFD6-FE2D-417A-8F9B-37ED080E8170}" srcOrd="0" destOrd="0" presId="urn:microsoft.com/office/officeart/2005/8/layout/orgChart1"/>
    <dgm:cxn modelId="{8C94CD39-27D3-4001-9D73-B8E6B2CCFE76}" type="presOf" srcId="{C311619D-51EE-4C12-ABA6-9CE232E8D6B4}" destId="{F8845AC6-3F03-4DDD-AA73-253CE5F51609}" srcOrd="0" destOrd="0" presId="urn:microsoft.com/office/officeart/2005/8/layout/orgChart1"/>
    <dgm:cxn modelId="{9D2A0C3F-96F5-465D-BA95-66CA6129F251}" type="presOf" srcId="{D1C8850C-643C-4DE9-BE58-274D343F2BFC}" destId="{1B01FD08-9F08-4678-A7BE-ED54AD5FC3C7}" srcOrd="0" destOrd="0" presId="urn:microsoft.com/office/officeart/2005/8/layout/orgChart1"/>
    <dgm:cxn modelId="{37C8005B-4B7C-473D-9086-F87E78FCCD5E}" type="presOf" srcId="{3DEA0A9F-7738-4540-B191-8924AED8EDC1}" destId="{54274028-D79B-4897-96C5-46C59D586116}" srcOrd="0" destOrd="0" presId="urn:microsoft.com/office/officeart/2005/8/layout/orgChart1"/>
    <dgm:cxn modelId="{839D485B-B9C5-4183-8C14-D69DA252C521}" type="presOf" srcId="{8E4FCFC7-7756-4194-B5BE-2FF6A87C8469}" destId="{DC727452-8D30-401C-B291-892F0EEF037D}" srcOrd="0" destOrd="0" presId="urn:microsoft.com/office/officeart/2005/8/layout/orgChart1"/>
    <dgm:cxn modelId="{A62D3566-E5EF-4612-9C5B-979FB9A5184E}" type="presOf" srcId="{167A361C-B4BD-4DB8-B75E-8EE2348826B6}" destId="{5EA5DAB2-A5E5-49BF-A040-F581002CD57E}" srcOrd="1" destOrd="0" presId="urn:microsoft.com/office/officeart/2005/8/layout/orgChart1"/>
    <dgm:cxn modelId="{634E434D-C46A-48DC-BC05-576351231C18}" type="presOf" srcId="{4C5D99F1-97D5-4242-AE76-BBBAE36E4EF9}" destId="{4DE3AD4E-6110-4A16-8B1D-7B29E61B76FC}" srcOrd="0" destOrd="0" presId="urn:microsoft.com/office/officeart/2005/8/layout/orgChart1"/>
    <dgm:cxn modelId="{443CBB73-EF5F-4FB8-8796-3A72E41D9B7E}" srcId="{167A361C-B4BD-4DB8-B75E-8EE2348826B6}" destId="{CC6546A0-2760-4696-AFAD-E27D076A66DD}" srcOrd="0" destOrd="0" parTransId="{13B7030C-373B-421A-BEF6-AE545DABC53E}" sibTransId="{794E2E05-13A8-43E6-B03A-10277CEAECA9}"/>
    <dgm:cxn modelId="{AA8F3957-5901-4C43-BDFC-93ED89872E3B}" type="presOf" srcId="{59A0FC41-2EB4-4058-B743-169EE0386C19}" destId="{3065C51B-9AF9-48BB-A07A-1F7946194D6C}" srcOrd="0" destOrd="0" presId="urn:microsoft.com/office/officeart/2005/8/layout/orgChart1"/>
    <dgm:cxn modelId="{4478217F-6B3E-4921-8AFF-0E6970DF7E73}" type="presOf" srcId="{871D1CBA-9A59-4E2B-B4B7-338949569276}" destId="{BACBDE41-A4A2-4ACB-BB4D-CB3B42E736A8}" srcOrd="0" destOrd="0" presId="urn:microsoft.com/office/officeart/2005/8/layout/orgChart1"/>
    <dgm:cxn modelId="{B514D482-E6C5-4602-B936-8CA7991D82BD}" type="presOf" srcId="{925C971A-CB6D-49A3-8D41-20C233753180}" destId="{D937F778-7DD7-4A9B-935B-A53064E8741D}" srcOrd="1" destOrd="0" presId="urn:microsoft.com/office/officeart/2005/8/layout/orgChart1"/>
    <dgm:cxn modelId="{A3A8118C-E621-4F98-B306-6B30839D88A3}" srcId="{4F9E0C9C-4A4F-4886-BD76-A5F9A69024B3}" destId="{3DEA0A9F-7738-4540-B191-8924AED8EDC1}" srcOrd="1" destOrd="0" parTransId="{53B7F039-31D5-4CFE-8C3F-C147F3BF7608}" sibTransId="{7CE5165A-5533-48D3-B65F-D9F965E24176}"/>
    <dgm:cxn modelId="{3EEC7098-A969-413C-99AF-7384A9AB42A5}" srcId="{167A361C-B4BD-4DB8-B75E-8EE2348826B6}" destId="{09AA93C8-DBB2-4414-9350-5736CB646C29}" srcOrd="2" destOrd="0" parTransId="{75F0B079-EE1F-4534-A0FC-E186D54AB383}" sibTransId="{7B31597A-A882-49CB-8376-FCD21C8007B8}"/>
    <dgm:cxn modelId="{34C6B49F-C545-4363-80DE-FC43771913DA}" type="presOf" srcId="{13B7030C-373B-421A-BEF6-AE545DABC53E}" destId="{77FE6527-7972-43D1-A954-C77798EEEA96}" srcOrd="0" destOrd="0" presId="urn:microsoft.com/office/officeart/2005/8/layout/orgChart1"/>
    <dgm:cxn modelId="{F8DD92A1-8F15-46C3-B33C-A10375A06586}" type="presOf" srcId="{3DEA0A9F-7738-4540-B191-8924AED8EDC1}" destId="{DD9B2C51-59C5-43BA-8A60-8B69042E862B}" srcOrd="1" destOrd="0" presId="urn:microsoft.com/office/officeart/2005/8/layout/orgChart1"/>
    <dgm:cxn modelId="{C59401A3-8402-4745-AC4E-F03009118A6D}" type="presOf" srcId="{5DB553A4-4F8C-4975-B072-E6246F05EC33}" destId="{3FA41E96-DD50-4C7D-B5FF-0337FB3009DF}" srcOrd="0" destOrd="0" presId="urn:microsoft.com/office/officeart/2005/8/layout/orgChart1"/>
    <dgm:cxn modelId="{9BAF48A5-8710-45B2-82DA-5276F9B8F4CA}" type="presOf" srcId="{09AA93C8-DBB2-4414-9350-5736CB646C29}" destId="{75642524-8EA7-481F-9B69-36BA14DF4348}" srcOrd="1" destOrd="0" presId="urn:microsoft.com/office/officeart/2005/8/layout/orgChart1"/>
    <dgm:cxn modelId="{E8B106A8-9273-46CE-9106-098FFD4910E7}" type="presOf" srcId="{871D1CBA-9A59-4E2B-B4B7-338949569276}" destId="{1A1F36CB-A397-4C16-AC6A-37AAD4B01A5C}" srcOrd="1" destOrd="0" presId="urn:microsoft.com/office/officeart/2005/8/layout/orgChart1"/>
    <dgm:cxn modelId="{13C031AD-6737-45CB-8D08-492F44FCAD03}" type="presOf" srcId="{4F9E0C9C-4A4F-4886-BD76-A5F9A69024B3}" destId="{41416E48-DDE5-4AE3-A623-ABAD3F4B4023}" srcOrd="0" destOrd="0" presId="urn:microsoft.com/office/officeart/2005/8/layout/orgChart1"/>
    <dgm:cxn modelId="{0713FDB0-8A5B-46A5-A6D8-4B218626B032}" type="presOf" srcId="{42B98A68-3561-43CE-B5B4-6D94CDD0CA50}" destId="{A649B825-E1D3-446C-B01D-392CBDC7E50E}" srcOrd="0" destOrd="0" presId="urn:microsoft.com/office/officeart/2005/8/layout/orgChart1"/>
    <dgm:cxn modelId="{8BF983B3-0B43-421E-B2C1-2F08136B5F0C}" srcId="{4F9E0C9C-4A4F-4886-BD76-A5F9A69024B3}" destId="{9FFC5BC4-D557-4A57-8847-169E22729CD2}" srcOrd="4" destOrd="0" parTransId="{59A0FC41-2EB4-4058-B743-169EE0386C19}" sibTransId="{25A1BA70-351D-42C5-8CF0-A485B2E7185A}"/>
    <dgm:cxn modelId="{7C584CB9-53BF-47D3-A847-11F92ADE752F}" srcId="{4F9E0C9C-4A4F-4886-BD76-A5F9A69024B3}" destId="{871D1CBA-9A59-4E2B-B4B7-338949569276}" srcOrd="2" destOrd="0" parTransId="{42B98A68-3561-43CE-B5B4-6D94CDD0CA50}" sibTransId="{DE19068D-0B01-4AC1-8B08-C3B8B5D601BD}"/>
    <dgm:cxn modelId="{019025BA-2650-46C5-9B27-786EECA9DC1B}" type="presOf" srcId="{FD43582C-30C7-4500-9BCD-30D39225BFD2}" destId="{549295E8-9EA8-40EE-89C1-0D2BBA6FBEC3}" srcOrd="0" destOrd="0" presId="urn:microsoft.com/office/officeart/2005/8/layout/orgChart1"/>
    <dgm:cxn modelId="{4594A8BC-FEC5-4D6F-BD32-73EE6600CD13}" srcId="{925C971A-CB6D-49A3-8D41-20C233753180}" destId="{8E4FCFC7-7756-4194-B5BE-2FF6A87C8469}" srcOrd="1" destOrd="0" parTransId="{D0518DCE-1AD7-4353-99F1-78AA2580A29C}" sibTransId="{7056232D-FB92-4097-878E-5698482FC1A8}"/>
    <dgm:cxn modelId="{3B2EBCC7-0E59-4E79-B68B-49FA31E4B4E1}" type="presOf" srcId="{53B7F039-31D5-4CFE-8C3F-C147F3BF7608}" destId="{CF3E2933-E4E6-4934-BB45-DCB84348EA6D}" srcOrd="0" destOrd="0" presId="urn:microsoft.com/office/officeart/2005/8/layout/orgChart1"/>
    <dgm:cxn modelId="{707D8DCB-8804-4B7C-9DE5-985FC925F1FC}" srcId="{4F9E0C9C-4A4F-4886-BD76-A5F9A69024B3}" destId="{925C971A-CB6D-49A3-8D41-20C233753180}" srcOrd="6" destOrd="0" parTransId="{4C5D99F1-97D5-4242-AE76-BBBAE36E4EF9}" sibTransId="{A735E29D-284A-4906-B46E-6BA1438D19D9}"/>
    <dgm:cxn modelId="{DB3791D0-CF7A-4545-AF76-DFE6B19621EF}" srcId="{4F9E0C9C-4A4F-4886-BD76-A5F9A69024B3}" destId="{FD43582C-30C7-4500-9BCD-30D39225BFD2}" srcOrd="3" destOrd="0" parTransId="{E38EA54A-2D65-45F8-9B18-24AAFE814E9A}" sibTransId="{BF2752C2-C7FF-44F8-A1E5-450D5EF1F70C}"/>
    <dgm:cxn modelId="{EC635ED1-8338-4799-A04F-B083A40C3667}" type="presOf" srcId="{8E4FCFC7-7756-4194-B5BE-2FF6A87C8469}" destId="{D643B681-DFE9-426C-91E9-1D0ADAF05AA0}" srcOrd="1" destOrd="0" presId="urn:microsoft.com/office/officeart/2005/8/layout/orgChart1"/>
    <dgm:cxn modelId="{8AA759D7-7502-44D8-AB0B-EC5F7D82DD16}" type="presOf" srcId="{FD43582C-30C7-4500-9BCD-30D39225BFD2}" destId="{08DE1B0E-9329-45A6-8CC4-EDFF55216A2D}" srcOrd="1" destOrd="0" presId="urn:microsoft.com/office/officeart/2005/8/layout/orgChart1"/>
    <dgm:cxn modelId="{6AA6F3D9-29D5-44C8-A4C8-54E51AE54CBB}" srcId="{C1280B6B-4A37-486D-8ADA-3DCF34B94ADC}" destId="{4F9E0C9C-4A4F-4886-BD76-A5F9A69024B3}" srcOrd="0" destOrd="0" parTransId="{17EE9649-7A4C-44CA-83BD-A92430685D62}" sibTransId="{F19EDADC-DBFE-48B0-BCA5-BAD208ACC1DD}"/>
    <dgm:cxn modelId="{8DCF0BDE-9A04-44F2-8F04-1F1D6B735DD8}" srcId="{4F9E0C9C-4A4F-4886-BD76-A5F9A69024B3}" destId="{0ADF18C2-4DD0-4D3A-AA73-EEB379FB9F8F}" srcOrd="0" destOrd="0" parTransId="{C311619D-51EE-4C12-ABA6-9CE232E8D6B4}" sibTransId="{48A84844-D1F9-4CE6-85BC-8360234B7AA3}"/>
    <dgm:cxn modelId="{DBD579E3-9A77-469E-8021-E33144337220}" type="presOf" srcId="{0ADF18C2-4DD0-4D3A-AA73-EEB379FB9F8F}" destId="{45BB66FC-17E6-4B48-B761-F404C5FEBCF5}" srcOrd="1" destOrd="0" presId="urn:microsoft.com/office/officeart/2005/8/layout/orgChart1"/>
    <dgm:cxn modelId="{852F45E4-4805-41F5-B23B-E5C69D53D9EC}" type="presOf" srcId="{D0518DCE-1AD7-4353-99F1-78AA2580A29C}" destId="{6BCACC5C-36FC-4069-802C-FBA327CC4B4A}" srcOrd="0" destOrd="0" presId="urn:microsoft.com/office/officeart/2005/8/layout/orgChart1"/>
    <dgm:cxn modelId="{FF2A37E5-1B06-4418-9BC4-445CD3BB0AEA}" type="presOf" srcId="{09AA93C8-DBB2-4414-9350-5736CB646C29}" destId="{4D4B2D75-5384-4438-84F0-04416FC8EBCE}" srcOrd="0" destOrd="0" presId="urn:microsoft.com/office/officeart/2005/8/layout/orgChart1"/>
    <dgm:cxn modelId="{638142E5-D49C-4E5A-BBDE-C326B227B1D5}" type="presOf" srcId="{CC6546A0-2760-4696-AFAD-E27D076A66DD}" destId="{3FEFB4B3-A480-406B-994F-48D03A24C69E}" srcOrd="1" destOrd="0" presId="urn:microsoft.com/office/officeart/2005/8/layout/orgChart1"/>
    <dgm:cxn modelId="{2B30E7EE-D011-4CCE-BC2A-CEF9C3040274}" type="presOf" srcId="{183203F5-451A-4F9E-A980-93ED21086D70}" destId="{E6CBB106-EFB3-43D5-8BA5-3A9F22C2441D}" srcOrd="1" destOrd="0" presId="urn:microsoft.com/office/officeart/2005/8/layout/orgChart1"/>
    <dgm:cxn modelId="{9311B0F6-F60C-43B3-900B-649BB1C15FFF}" type="presOf" srcId="{E38EA54A-2D65-45F8-9B18-24AAFE814E9A}" destId="{99624D11-3768-49F0-A22A-F5970DEF9410}" srcOrd="0" destOrd="0" presId="urn:microsoft.com/office/officeart/2005/8/layout/orgChart1"/>
    <dgm:cxn modelId="{075EC1FB-F2B0-4989-B45A-4227EB733682}" type="presOf" srcId="{75F0B079-EE1F-4534-A0FC-E186D54AB383}" destId="{38A93A73-2282-4D33-BE39-07AE7CD5F72D}" srcOrd="0" destOrd="0" presId="urn:microsoft.com/office/officeart/2005/8/layout/orgChart1"/>
    <dgm:cxn modelId="{07218CFD-6A95-49F6-82AD-2DE719B3B6B6}" srcId="{167A361C-B4BD-4DB8-B75E-8EE2348826B6}" destId="{5DB553A4-4F8C-4975-B072-E6246F05EC33}" srcOrd="1" destOrd="0" parTransId="{FB47CD59-E79E-40C2-93D5-B80B405DCFF4}" sibTransId="{017AB3C6-DD00-4110-882B-C3AFDAF103F7}"/>
    <dgm:cxn modelId="{5D2832EE-D4D7-47CB-A534-557F54DE51A5}" type="presParOf" srcId="{71A48F78-CD89-44C1-8681-D67B3AEB7B3E}" destId="{2480E801-6FB6-4B4E-9BBA-FD427DBE7AEC}" srcOrd="0" destOrd="0" presId="urn:microsoft.com/office/officeart/2005/8/layout/orgChart1"/>
    <dgm:cxn modelId="{A04118E2-30E8-4D08-BACC-9C63817880C2}" type="presParOf" srcId="{2480E801-6FB6-4B4E-9BBA-FD427DBE7AEC}" destId="{34DA95D4-E5C3-46AE-BBA7-CE98CD794834}" srcOrd="0" destOrd="0" presId="urn:microsoft.com/office/officeart/2005/8/layout/orgChart1"/>
    <dgm:cxn modelId="{1882F060-BD31-4649-8DE6-FD68B60C0A2A}" type="presParOf" srcId="{34DA95D4-E5C3-46AE-BBA7-CE98CD794834}" destId="{41416E48-DDE5-4AE3-A623-ABAD3F4B4023}" srcOrd="0" destOrd="0" presId="urn:microsoft.com/office/officeart/2005/8/layout/orgChart1"/>
    <dgm:cxn modelId="{099A22B7-0CB8-4F13-8B9C-C6804FE531B5}" type="presParOf" srcId="{34DA95D4-E5C3-46AE-BBA7-CE98CD794834}" destId="{5CC7B2F4-22CD-4440-B9E4-658CDA114D8F}" srcOrd="1" destOrd="0" presId="urn:microsoft.com/office/officeart/2005/8/layout/orgChart1"/>
    <dgm:cxn modelId="{EAA8CC01-1CE2-4998-B606-B2069F9FED72}" type="presParOf" srcId="{2480E801-6FB6-4B4E-9BBA-FD427DBE7AEC}" destId="{0A9130DF-A9F9-48B5-91B1-3B1DCE0DC412}" srcOrd="1" destOrd="0" presId="urn:microsoft.com/office/officeart/2005/8/layout/orgChart1"/>
    <dgm:cxn modelId="{86885C47-9557-4CB5-96D3-C340E43EF167}" type="presParOf" srcId="{2480E801-6FB6-4B4E-9BBA-FD427DBE7AEC}" destId="{5FABEA9E-95F6-4EE6-AD46-348794F275AB}" srcOrd="2" destOrd="0" presId="urn:microsoft.com/office/officeart/2005/8/layout/orgChart1"/>
    <dgm:cxn modelId="{614B2440-64D0-419B-8988-F3D825C1F01F}" type="presParOf" srcId="{5FABEA9E-95F6-4EE6-AD46-348794F275AB}" destId="{F8845AC6-3F03-4DDD-AA73-253CE5F51609}" srcOrd="0" destOrd="0" presId="urn:microsoft.com/office/officeart/2005/8/layout/orgChart1"/>
    <dgm:cxn modelId="{7EE26FAE-A51C-43C4-B93D-88913C4B2665}" type="presParOf" srcId="{5FABEA9E-95F6-4EE6-AD46-348794F275AB}" destId="{D330B158-9948-4F3C-B89D-72FB56DA9403}" srcOrd="1" destOrd="0" presId="urn:microsoft.com/office/officeart/2005/8/layout/orgChart1"/>
    <dgm:cxn modelId="{164DBBF7-6453-4A8E-88DB-B4A86D11C78D}" type="presParOf" srcId="{D330B158-9948-4F3C-B89D-72FB56DA9403}" destId="{EC3996D8-7A3B-41A5-8D57-6AA0858B57F3}" srcOrd="0" destOrd="0" presId="urn:microsoft.com/office/officeart/2005/8/layout/orgChart1"/>
    <dgm:cxn modelId="{CAFB4867-051F-4353-97F1-F0F60C073CA9}" type="presParOf" srcId="{EC3996D8-7A3B-41A5-8D57-6AA0858B57F3}" destId="{83D16CDE-C1D2-4560-BB98-C56F48D04175}" srcOrd="0" destOrd="0" presId="urn:microsoft.com/office/officeart/2005/8/layout/orgChart1"/>
    <dgm:cxn modelId="{C3228801-E75C-4D9C-8694-C27501F966C1}" type="presParOf" srcId="{EC3996D8-7A3B-41A5-8D57-6AA0858B57F3}" destId="{45BB66FC-17E6-4B48-B761-F404C5FEBCF5}" srcOrd="1" destOrd="0" presId="urn:microsoft.com/office/officeart/2005/8/layout/orgChart1"/>
    <dgm:cxn modelId="{9F796D2A-4EB6-49C0-8672-9CB362DFC3EC}" type="presParOf" srcId="{D330B158-9948-4F3C-B89D-72FB56DA9403}" destId="{2DEA436B-5171-48D6-A06C-2E10FC8FDF59}" srcOrd="1" destOrd="0" presId="urn:microsoft.com/office/officeart/2005/8/layout/orgChart1"/>
    <dgm:cxn modelId="{EA2C03BD-CC25-47CA-840B-A0C0A7415633}" type="presParOf" srcId="{D330B158-9948-4F3C-B89D-72FB56DA9403}" destId="{6628A2EA-D10D-4BE8-A5E4-699C59860576}" srcOrd="2" destOrd="0" presId="urn:microsoft.com/office/officeart/2005/8/layout/orgChart1"/>
    <dgm:cxn modelId="{FDAD9FDA-85D5-49F5-ACC2-66D5B4324B01}" type="presParOf" srcId="{5FABEA9E-95F6-4EE6-AD46-348794F275AB}" destId="{CF3E2933-E4E6-4934-BB45-DCB84348EA6D}" srcOrd="2" destOrd="0" presId="urn:microsoft.com/office/officeart/2005/8/layout/orgChart1"/>
    <dgm:cxn modelId="{CFE840FE-D0A8-4D1E-BCAC-2537B5711853}" type="presParOf" srcId="{5FABEA9E-95F6-4EE6-AD46-348794F275AB}" destId="{8988529D-D99B-44AA-89B5-7C46CCFE4719}" srcOrd="3" destOrd="0" presId="urn:microsoft.com/office/officeart/2005/8/layout/orgChart1"/>
    <dgm:cxn modelId="{BB3B3BBE-1B89-41E6-ADB9-F87BC6FEF69C}" type="presParOf" srcId="{8988529D-D99B-44AA-89B5-7C46CCFE4719}" destId="{B840466B-2063-4414-9652-D84BAC6CC905}" srcOrd="0" destOrd="0" presId="urn:microsoft.com/office/officeart/2005/8/layout/orgChart1"/>
    <dgm:cxn modelId="{899493A6-C2DC-40BD-ACC9-5CA67CB325B9}" type="presParOf" srcId="{B840466B-2063-4414-9652-D84BAC6CC905}" destId="{54274028-D79B-4897-96C5-46C59D586116}" srcOrd="0" destOrd="0" presId="urn:microsoft.com/office/officeart/2005/8/layout/orgChart1"/>
    <dgm:cxn modelId="{E75D94AF-965E-418A-9DC9-1AB1F5A336AF}" type="presParOf" srcId="{B840466B-2063-4414-9652-D84BAC6CC905}" destId="{DD9B2C51-59C5-43BA-8A60-8B69042E862B}" srcOrd="1" destOrd="0" presId="urn:microsoft.com/office/officeart/2005/8/layout/orgChart1"/>
    <dgm:cxn modelId="{68CF4E08-5E7B-44F5-B93A-042C404F05DB}" type="presParOf" srcId="{8988529D-D99B-44AA-89B5-7C46CCFE4719}" destId="{111AF865-A473-4597-BCD4-308F011CFF85}" srcOrd="1" destOrd="0" presId="urn:microsoft.com/office/officeart/2005/8/layout/orgChart1"/>
    <dgm:cxn modelId="{D2F57465-675E-4612-AB18-0F5E6FE593F4}" type="presParOf" srcId="{8988529D-D99B-44AA-89B5-7C46CCFE4719}" destId="{688A1FBD-B207-4DAE-8373-47C3F0220144}" srcOrd="2" destOrd="0" presId="urn:microsoft.com/office/officeart/2005/8/layout/orgChart1"/>
    <dgm:cxn modelId="{22A924FB-C699-4829-8377-CBB28CB1E150}" type="presParOf" srcId="{5FABEA9E-95F6-4EE6-AD46-348794F275AB}" destId="{A649B825-E1D3-446C-B01D-392CBDC7E50E}" srcOrd="4" destOrd="0" presId="urn:microsoft.com/office/officeart/2005/8/layout/orgChart1"/>
    <dgm:cxn modelId="{8587E2F9-0A06-448B-8603-C20449E23E8C}" type="presParOf" srcId="{5FABEA9E-95F6-4EE6-AD46-348794F275AB}" destId="{6CDD696F-0F1C-48C8-959D-D3637DA642E3}" srcOrd="5" destOrd="0" presId="urn:microsoft.com/office/officeart/2005/8/layout/orgChart1"/>
    <dgm:cxn modelId="{D7E34E8F-F5DC-47AB-858B-F467363FE31D}" type="presParOf" srcId="{6CDD696F-0F1C-48C8-959D-D3637DA642E3}" destId="{05D434EF-3CC5-40B0-BA88-4C9921A76D78}" srcOrd="0" destOrd="0" presId="urn:microsoft.com/office/officeart/2005/8/layout/orgChart1"/>
    <dgm:cxn modelId="{FE2CA5C5-347D-4F49-83C8-821D178E3341}" type="presParOf" srcId="{05D434EF-3CC5-40B0-BA88-4C9921A76D78}" destId="{BACBDE41-A4A2-4ACB-BB4D-CB3B42E736A8}" srcOrd="0" destOrd="0" presId="urn:microsoft.com/office/officeart/2005/8/layout/orgChart1"/>
    <dgm:cxn modelId="{E385197C-8D6D-415E-9E0D-73A261027A32}" type="presParOf" srcId="{05D434EF-3CC5-40B0-BA88-4C9921A76D78}" destId="{1A1F36CB-A397-4C16-AC6A-37AAD4B01A5C}" srcOrd="1" destOrd="0" presId="urn:microsoft.com/office/officeart/2005/8/layout/orgChart1"/>
    <dgm:cxn modelId="{6C7DC03A-38FF-4137-968B-34C9DE6288BF}" type="presParOf" srcId="{6CDD696F-0F1C-48C8-959D-D3637DA642E3}" destId="{160A820E-B39F-489D-949D-831BFD72DFF4}" srcOrd="1" destOrd="0" presId="urn:microsoft.com/office/officeart/2005/8/layout/orgChart1"/>
    <dgm:cxn modelId="{4D4BCB4D-2995-4A51-B1A4-E18A03149796}" type="presParOf" srcId="{6CDD696F-0F1C-48C8-959D-D3637DA642E3}" destId="{C7E65C58-FB0E-4EA1-A8CB-209C64F7397E}" srcOrd="2" destOrd="0" presId="urn:microsoft.com/office/officeart/2005/8/layout/orgChart1"/>
    <dgm:cxn modelId="{B04FDB42-48ED-451D-8D0B-15EDB8A30296}" type="presParOf" srcId="{5FABEA9E-95F6-4EE6-AD46-348794F275AB}" destId="{99624D11-3768-49F0-A22A-F5970DEF9410}" srcOrd="6" destOrd="0" presId="urn:microsoft.com/office/officeart/2005/8/layout/orgChart1"/>
    <dgm:cxn modelId="{44227B62-ECAA-4CB2-9F71-406EDBAC5BB9}" type="presParOf" srcId="{5FABEA9E-95F6-4EE6-AD46-348794F275AB}" destId="{7AA647C3-186B-49C3-BA18-249A38FCFD2D}" srcOrd="7" destOrd="0" presId="urn:microsoft.com/office/officeart/2005/8/layout/orgChart1"/>
    <dgm:cxn modelId="{5F65E8F9-22A2-48ED-9AA9-5818565AFF62}" type="presParOf" srcId="{7AA647C3-186B-49C3-BA18-249A38FCFD2D}" destId="{D81BC1A4-0D3D-4053-86B9-9AEEE71F605D}" srcOrd="0" destOrd="0" presId="urn:microsoft.com/office/officeart/2005/8/layout/orgChart1"/>
    <dgm:cxn modelId="{63056C78-6429-4541-B175-8761247A5F7B}" type="presParOf" srcId="{D81BC1A4-0D3D-4053-86B9-9AEEE71F605D}" destId="{549295E8-9EA8-40EE-89C1-0D2BBA6FBEC3}" srcOrd="0" destOrd="0" presId="urn:microsoft.com/office/officeart/2005/8/layout/orgChart1"/>
    <dgm:cxn modelId="{071DF37E-5720-47D2-8893-DB4AA4643DF9}" type="presParOf" srcId="{D81BC1A4-0D3D-4053-86B9-9AEEE71F605D}" destId="{08DE1B0E-9329-45A6-8CC4-EDFF55216A2D}" srcOrd="1" destOrd="0" presId="urn:microsoft.com/office/officeart/2005/8/layout/orgChart1"/>
    <dgm:cxn modelId="{40F2BB72-B344-4462-8282-05593CC6DFB1}" type="presParOf" srcId="{7AA647C3-186B-49C3-BA18-249A38FCFD2D}" destId="{9202D405-0C2A-488C-ACAB-5AAF63210E05}" srcOrd="1" destOrd="0" presId="urn:microsoft.com/office/officeart/2005/8/layout/orgChart1"/>
    <dgm:cxn modelId="{F226CC4E-E0CB-4811-9DC0-34226C57A17C}" type="presParOf" srcId="{7AA647C3-186B-49C3-BA18-249A38FCFD2D}" destId="{FD6416DB-F9EC-47FC-8404-A1C55AE90F4F}" srcOrd="2" destOrd="0" presId="urn:microsoft.com/office/officeart/2005/8/layout/orgChart1"/>
    <dgm:cxn modelId="{CF9E563A-3BE2-4866-86BD-7C36866C7104}" type="presParOf" srcId="{5FABEA9E-95F6-4EE6-AD46-348794F275AB}" destId="{3065C51B-9AF9-48BB-A07A-1F7946194D6C}" srcOrd="8" destOrd="0" presId="urn:microsoft.com/office/officeart/2005/8/layout/orgChart1"/>
    <dgm:cxn modelId="{8882262B-F4F4-439B-B8EB-B9D805AD161E}" type="presParOf" srcId="{5FABEA9E-95F6-4EE6-AD46-348794F275AB}" destId="{C5CF88A4-BD9C-45CF-A462-DEFEC186951C}" srcOrd="9" destOrd="0" presId="urn:microsoft.com/office/officeart/2005/8/layout/orgChart1"/>
    <dgm:cxn modelId="{CAF2BA93-DDD4-42B9-9158-976378590221}" type="presParOf" srcId="{C5CF88A4-BD9C-45CF-A462-DEFEC186951C}" destId="{9D4A1A0A-47CA-49BE-8C88-C0C7730BBEC7}" srcOrd="0" destOrd="0" presId="urn:microsoft.com/office/officeart/2005/8/layout/orgChart1"/>
    <dgm:cxn modelId="{E7A73840-088E-487E-A222-7B7CA101B423}" type="presParOf" srcId="{9D4A1A0A-47CA-49BE-8C88-C0C7730BBEC7}" destId="{CB5ED01B-241A-4DCE-8AFA-F241C3FD9B4B}" srcOrd="0" destOrd="0" presId="urn:microsoft.com/office/officeart/2005/8/layout/orgChart1"/>
    <dgm:cxn modelId="{6F3F3B37-6A34-420A-ADCD-6410C16766DC}" type="presParOf" srcId="{9D4A1A0A-47CA-49BE-8C88-C0C7730BBEC7}" destId="{A70681EC-66D0-40F4-A6C4-638496B7399C}" srcOrd="1" destOrd="0" presId="urn:microsoft.com/office/officeart/2005/8/layout/orgChart1"/>
    <dgm:cxn modelId="{0E620C8D-6DA3-4704-8FBA-E4A432232EF8}" type="presParOf" srcId="{C5CF88A4-BD9C-45CF-A462-DEFEC186951C}" destId="{B3D3F1F7-485B-429C-843E-E7B6981C26EF}" srcOrd="1" destOrd="0" presId="urn:microsoft.com/office/officeart/2005/8/layout/orgChart1"/>
    <dgm:cxn modelId="{AF7C1692-3471-4F69-82AE-5301F727AF49}" type="presParOf" srcId="{C5CF88A4-BD9C-45CF-A462-DEFEC186951C}" destId="{A0C85631-DDD2-4D76-89B7-E1E34FA77AA5}" srcOrd="2" destOrd="0" presId="urn:microsoft.com/office/officeart/2005/8/layout/orgChart1"/>
    <dgm:cxn modelId="{6020B1BF-9DC4-4793-A611-C769CC0CBC36}" type="presParOf" srcId="{5FABEA9E-95F6-4EE6-AD46-348794F275AB}" destId="{1B01FD08-9F08-4678-A7BE-ED54AD5FC3C7}" srcOrd="10" destOrd="0" presId="urn:microsoft.com/office/officeart/2005/8/layout/orgChart1"/>
    <dgm:cxn modelId="{4FD4117A-BFD3-4D25-B032-E3D6817BC221}" type="presParOf" srcId="{5FABEA9E-95F6-4EE6-AD46-348794F275AB}" destId="{F5E7838D-1DA8-4A6F-98DA-3927B80212E5}" srcOrd="11" destOrd="0" presId="urn:microsoft.com/office/officeart/2005/8/layout/orgChart1"/>
    <dgm:cxn modelId="{9DF2C8C7-4C69-4722-9D05-A78616F9970F}" type="presParOf" srcId="{F5E7838D-1DA8-4A6F-98DA-3927B80212E5}" destId="{4A156646-0645-4DFE-AE4C-3BAA1C93AA6B}" srcOrd="0" destOrd="0" presId="urn:microsoft.com/office/officeart/2005/8/layout/orgChart1"/>
    <dgm:cxn modelId="{1ECB2A8C-E732-46FD-AC46-EBDC5D1EBA6E}" type="presParOf" srcId="{4A156646-0645-4DFE-AE4C-3BAA1C93AA6B}" destId="{9AC2F8AC-83B3-4663-857F-0199F9915AF4}" srcOrd="0" destOrd="0" presId="urn:microsoft.com/office/officeart/2005/8/layout/orgChart1"/>
    <dgm:cxn modelId="{FBDD0CD0-D19E-4816-8358-C6DE3370215B}" type="presParOf" srcId="{4A156646-0645-4DFE-AE4C-3BAA1C93AA6B}" destId="{5EA5DAB2-A5E5-49BF-A040-F581002CD57E}" srcOrd="1" destOrd="0" presId="urn:microsoft.com/office/officeart/2005/8/layout/orgChart1"/>
    <dgm:cxn modelId="{4477E27C-CB96-4C7E-BA02-89575FFCBFB6}" type="presParOf" srcId="{F5E7838D-1DA8-4A6F-98DA-3927B80212E5}" destId="{3470FD6E-B8AB-466E-9523-448587533B19}" srcOrd="1" destOrd="0" presId="urn:microsoft.com/office/officeart/2005/8/layout/orgChart1"/>
    <dgm:cxn modelId="{DB7377A3-3051-4F3A-9262-F4348A0BA0FD}" type="presParOf" srcId="{F5E7838D-1DA8-4A6F-98DA-3927B80212E5}" destId="{003C8FFC-A059-4955-B7B3-61582C8613F3}" srcOrd="2" destOrd="0" presId="urn:microsoft.com/office/officeart/2005/8/layout/orgChart1"/>
    <dgm:cxn modelId="{66C282E9-457C-4D5B-A889-9DE5EB537AB9}" type="presParOf" srcId="{003C8FFC-A059-4955-B7B3-61582C8613F3}" destId="{77FE6527-7972-43D1-A954-C77798EEEA96}" srcOrd="0" destOrd="0" presId="urn:microsoft.com/office/officeart/2005/8/layout/orgChart1"/>
    <dgm:cxn modelId="{8D8907F8-676C-4B5E-A51C-4D93632AAD15}" type="presParOf" srcId="{003C8FFC-A059-4955-B7B3-61582C8613F3}" destId="{2BCF0C0F-7C91-42C9-8158-0881516AF50D}" srcOrd="1" destOrd="0" presId="urn:microsoft.com/office/officeart/2005/8/layout/orgChart1"/>
    <dgm:cxn modelId="{FA12C42C-5911-4ABB-8DDA-8EF80D9DB5D5}" type="presParOf" srcId="{2BCF0C0F-7C91-42C9-8158-0881516AF50D}" destId="{9705E98A-7555-4BDC-A6A0-7279C706BC8F}" srcOrd="0" destOrd="0" presId="urn:microsoft.com/office/officeart/2005/8/layout/orgChart1"/>
    <dgm:cxn modelId="{B2E7EA65-2F5A-4C07-9E37-598808C2599E}" type="presParOf" srcId="{9705E98A-7555-4BDC-A6A0-7279C706BC8F}" destId="{59AD3A0F-E181-4562-B631-03B6A926D887}" srcOrd="0" destOrd="0" presId="urn:microsoft.com/office/officeart/2005/8/layout/orgChart1"/>
    <dgm:cxn modelId="{FBFBD0FB-4F59-4986-BCAE-43134DE17E1E}" type="presParOf" srcId="{9705E98A-7555-4BDC-A6A0-7279C706BC8F}" destId="{3FEFB4B3-A480-406B-994F-48D03A24C69E}" srcOrd="1" destOrd="0" presId="urn:microsoft.com/office/officeart/2005/8/layout/orgChart1"/>
    <dgm:cxn modelId="{1A1EBBEB-75F7-4D91-9D58-C45B5920B685}" type="presParOf" srcId="{2BCF0C0F-7C91-42C9-8158-0881516AF50D}" destId="{5B82DE3F-356A-4658-A67A-5EECC4CCADF2}" srcOrd="1" destOrd="0" presId="urn:microsoft.com/office/officeart/2005/8/layout/orgChart1"/>
    <dgm:cxn modelId="{21FA6C5D-055F-4E1C-BB67-A6F5C6FDE3D2}" type="presParOf" srcId="{2BCF0C0F-7C91-42C9-8158-0881516AF50D}" destId="{BF622CB4-8024-4AB6-AFF7-2C738407A226}" srcOrd="2" destOrd="0" presId="urn:microsoft.com/office/officeart/2005/8/layout/orgChart1"/>
    <dgm:cxn modelId="{03386B2A-85A7-4A39-97DA-EFE2BA56E193}" type="presParOf" srcId="{003C8FFC-A059-4955-B7B3-61582C8613F3}" destId="{DDFA5FD4-6E0C-4D47-AB70-2819FB6B4B8E}" srcOrd="2" destOrd="0" presId="urn:microsoft.com/office/officeart/2005/8/layout/orgChart1"/>
    <dgm:cxn modelId="{5619AC27-D386-4C63-9EF4-05F2B36D102D}" type="presParOf" srcId="{003C8FFC-A059-4955-B7B3-61582C8613F3}" destId="{CF0ED68D-AE99-4880-8D31-4CD089C80C1E}" srcOrd="3" destOrd="0" presId="urn:microsoft.com/office/officeart/2005/8/layout/orgChart1"/>
    <dgm:cxn modelId="{B245A62B-98A1-4EC9-BAAD-592788E4D713}" type="presParOf" srcId="{CF0ED68D-AE99-4880-8D31-4CD089C80C1E}" destId="{7D692431-DB6F-498F-8B65-BEF13FD80D98}" srcOrd="0" destOrd="0" presId="urn:microsoft.com/office/officeart/2005/8/layout/orgChart1"/>
    <dgm:cxn modelId="{E6831DAE-E945-49B5-AA1C-B1A1B509AD4C}" type="presParOf" srcId="{7D692431-DB6F-498F-8B65-BEF13FD80D98}" destId="{3FA41E96-DD50-4C7D-B5FF-0337FB3009DF}" srcOrd="0" destOrd="0" presId="urn:microsoft.com/office/officeart/2005/8/layout/orgChart1"/>
    <dgm:cxn modelId="{55EDA489-F1B2-4B5A-BBAE-42D81A221928}" type="presParOf" srcId="{7D692431-DB6F-498F-8B65-BEF13FD80D98}" destId="{34DB3B43-7176-4C44-9E10-79425ABCA171}" srcOrd="1" destOrd="0" presId="urn:microsoft.com/office/officeart/2005/8/layout/orgChart1"/>
    <dgm:cxn modelId="{21C37711-CCF1-40F7-BA1D-2DC4E2D793A8}" type="presParOf" srcId="{CF0ED68D-AE99-4880-8D31-4CD089C80C1E}" destId="{3B446D51-D52C-4D44-B1D2-26646C66EC7C}" srcOrd="1" destOrd="0" presId="urn:microsoft.com/office/officeart/2005/8/layout/orgChart1"/>
    <dgm:cxn modelId="{F63E7E2F-7B34-4E63-B14A-9ACD484E4A29}" type="presParOf" srcId="{CF0ED68D-AE99-4880-8D31-4CD089C80C1E}" destId="{B81AB737-F5CD-43D3-85A1-A1B3DAC41151}" srcOrd="2" destOrd="0" presId="urn:microsoft.com/office/officeart/2005/8/layout/orgChart1"/>
    <dgm:cxn modelId="{49893D73-F46E-4E28-ABFC-2334FA699E4A}" type="presParOf" srcId="{003C8FFC-A059-4955-B7B3-61582C8613F3}" destId="{38A93A73-2282-4D33-BE39-07AE7CD5F72D}" srcOrd="4" destOrd="0" presId="urn:microsoft.com/office/officeart/2005/8/layout/orgChart1"/>
    <dgm:cxn modelId="{20486EAD-2B3D-4360-B45E-70C6B037C39B}" type="presParOf" srcId="{003C8FFC-A059-4955-B7B3-61582C8613F3}" destId="{1BA37C42-9C9E-49E7-A27A-251BF8C27D55}" srcOrd="5" destOrd="0" presId="urn:microsoft.com/office/officeart/2005/8/layout/orgChart1"/>
    <dgm:cxn modelId="{91D97BBF-C5E3-4C38-918F-E8F64FF352AA}" type="presParOf" srcId="{1BA37C42-9C9E-49E7-A27A-251BF8C27D55}" destId="{50C5F701-009F-4C5E-B1A8-44A4388D9147}" srcOrd="0" destOrd="0" presId="urn:microsoft.com/office/officeart/2005/8/layout/orgChart1"/>
    <dgm:cxn modelId="{1CF99C83-0FD9-44BF-8E29-8D2ED57448EC}" type="presParOf" srcId="{50C5F701-009F-4C5E-B1A8-44A4388D9147}" destId="{4D4B2D75-5384-4438-84F0-04416FC8EBCE}" srcOrd="0" destOrd="0" presId="urn:microsoft.com/office/officeart/2005/8/layout/orgChart1"/>
    <dgm:cxn modelId="{DBF4C15E-2CB7-4223-BFAF-5A0A721AA684}" type="presParOf" srcId="{50C5F701-009F-4C5E-B1A8-44A4388D9147}" destId="{75642524-8EA7-481F-9B69-36BA14DF4348}" srcOrd="1" destOrd="0" presId="urn:microsoft.com/office/officeart/2005/8/layout/orgChart1"/>
    <dgm:cxn modelId="{11ADEE31-D611-42B1-9E37-14E0A5C0DAB5}" type="presParOf" srcId="{1BA37C42-9C9E-49E7-A27A-251BF8C27D55}" destId="{29508B80-A98E-428F-A59A-CB855923CB07}" srcOrd="1" destOrd="0" presId="urn:microsoft.com/office/officeart/2005/8/layout/orgChart1"/>
    <dgm:cxn modelId="{E7C13060-36CB-4950-8896-46157D457C49}" type="presParOf" srcId="{1BA37C42-9C9E-49E7-A27A-251BF8C27D55}" destId="{77AB3A03-3F7E-4798-B193-0872B38E94FC}" srcOrd="2" destOrd="0" presId="urn:microsoft.com/office/officeart/2005/8/layout/orgChart1"/>
    <dgm:cxn modelId="{0B0FB999-BB99-4D52-A77E-263066E740F0}" type="presParOf" srcId="{5FABEA9E-95F6-4EE6-AD46-348794F275AB}" destId="{4DE3AD4E-6110-4A16-8B1D-7B29E61B76FC}" srcOrd="12" destOrd="0" presId="urn:microsoft.com/office/officeart/2005/8/layout/orgChart1"/>
    <dgm:cxn modelId="{2DDE6E85-94B7-4830-86AC-70C543FD4A75}" type="presParOf" srcId="{5FABEA9E-95F6-4EE6-AD46-348794F275AB}" destId="{45F7FA0D-405C-4881-8C06-F8F987E274F9}" srcOrd="13" destOrd="0" presId="urn:microsoft.com/office/officeart/2005/8/layout/orgChart1"/>
    <dgm:cxn modelId="{0AFC0D4A-F051-49BB-BB60-CC376094DF99}" type="presParOf" srcId="{45F7FA0D-405C-4881-8C06-F8F987E274F9}" destId="{6D028167-5A77-45FE-8DDB-88D27253B92B}" srcOrd="0" destOrd="0" presId="urn:microsoft.com/office/officeart/2005/8/layout/orgChart1"/>
    <dgm:cxn modelId="{1ABDEAB8-4783-471A-A4A9-29544D807A77}" type="presParOf" srcId="{6D028167-5A77-45FE-8DDB-88D27253B92B}" destId="{4DDCAFD6-FE2D-417A-8F9B-37ED080E8170}" srcOrd="0" destOrd="0" presId="urn:microsoft.com/office/officeart/2005/8/layout/orgChart1"/>
    <dgm:cxn modelId="{0BE49971-7A45-4D7E-96A4-09834D7EE811}" type="presParOf" srcId="{6D028167-5A77-45FE-8DDB-88D27253B92B}" destId="{D937F778-7DD7-4A9B-935B-A53064E8741D}" srcOrd="1" destOrd="0" presId="urn:microsoft.com/office/officeart/2005/8/layout/orgChart1"/>
    <dgm:cxn modelId="{F84B82B3-686E-418F-B83A-F4E573FDC84B}" type="presParOf" srcId="{45F7FA0D-405C-4881-8C06-F8F987E274F9}" destId="{763C1B41-031A-4D8C-8CBF-A4459EAE84A9}" srcOrd="1" destOrd="0" presId="urn:microsoft.com/office/officeart/2005/8/layout/orgChart1"/>
    <dgm:cxn modelId="{5EBF555D-4381-4B38-A1F1-AAE3B8B97763}" type="presParOf" srcId="{45F7FA0D-405C-4881-8C06-F8F987E274F9}" destId="{856FA79D-85C3-4877-B3FE-8FEEAAAC3028}" srcOrd="2" destOrd="0" presId="urn:microsoft.com/office/officeart/2005/8/layout/orgChart1"/>
    <dgm:cxn modelId="{F1F94C33-DD6F-4E14-B0AB-E0486E98D5B0}" type="presParOf" srcId="{856FA79D-85C3-4877-B3FE-8FEEAAAC3028}" destId="{FD99C4F7-B853-47D9-8B84-BCEA6C970EAB}" srcOrd="0" destOrd="0" presId="urn:microsoft.com/office/officeart/2005/8/layout/orgChart1"/>
    <dgm:cxn modelId="{21BCE09A-8AB7-4427-A317-B92F5B67FEB0}" type="presParOf" srcId="{856FA79D-85C3-4877-B3FE-8FEEAAAC3028}" destId="{C23DB67E-B535-4223-8263-A24418471373}" srcOrd="1" destOrd="0" presId="urn:microsoft.com/office/officeart/2005/8/layout/orgChart1"/>
    <dgm:cxn modelId="{B3B9C307-984C-4E48-B26E-DDCA98CFE4EF}" type="presParOf" srcId="{C23DB67E-B535-4223-8263-A24418471373}" destId="{0D3BEA79-315A-47C7-AA6D-38987766517F}" srcOrd="0" destOrd="0" presId="urn:microsoft.com/office/officeart/2005/8/layout/orgChart1"/>
    <dgm:cxn modelId="{6CB31F6E-BB0E-4609-B307-DACF25736AF9}" type="presParOf" srcId="{0D3BEA79-315A-47C7-AA6D-38987766517F}" destId="{0CDFA4D0-DB6C-4543-B886-124D593E0231}" srcOrd="0" destOrd="0" presId="urn:microsoft.com/office/officeart/2005/8/layout/orgChart1"/>
    <dgm:cxn modelId="{674D03E5-97CD-4CAD-A612-506BC1DC8FB4}" type="presParOf" srcId="{0D3BEA79-315A-47C7-AA6D-38987766517F}" destId="{E6CBB106-EFB3-43D5-8BA5-3A9F22C2441D}" srcOrd="1" destOrd="0" presId="urn:microsoft.com/office/officeart/2005/8/layout/orgChart1"/>
    <dgm:cxn modelId="{2C217F76-505E-4DA8-9C8A-8A1A1212C771}" type="presParOf" srcId="{C23DB67E-B535-4223-8263-A24418471373}" destId="{F2C1C714-D554-4F82-B038-50EBCBFB8ED7}" srcOrd="1" destOrd="0" presId="urn:microsoft.com/office/officeart/2005/8/layout/orgChart1"/>
    <dgm:cxn modelId="{20546DD2-8A44-41AA-BBD6-B5AF60C03923}" type="presParOf" srcId="{C23DB67E-B535-4223-8263-A24418471373}" destId="{87771C52-6198-4573-B802-1ABDB2DF3B85}" srcOrd="2" destOrd="0" presId="urn:microsoft.com/office/officeart/2005/8/layout/orgChart1"/>
    <dgm:cxn modelId="{F6811524-48F0-4632-85E2-981A65499E24}" type="presParOf" srcId="{856FA79D-85C3-4877-B3FE-8FEEAAAC3028}" destId="{6BCACC5C-36FC-4069-802C-FBA327CC4B4A}" srcOrd="2" destOrd="0" presId="urn:microsoft.com/office/officeart/2005/8/layout/orgChart1"/>
    <dgm:cxn modelId="{34460146-7A9D-4057-A9BE-9E28A59E6585}" type="presParOf" srcId="{856FA79D-85C3-4877-B3FE-8FEEAAAC3028}" destId="{7FD1001F-B4ED-45CF-A6BC-7118CE22212E}" srcOrd="3" destOrd="0" presId="urn:microsoft.com/office/officeart/2005/8/layout/orgChart1"/>
    <dgm:cxn modelId="{A0E7BAD6-B34E-4744-90F5-B1769ACC0A5E}" type="presParOf" srcId="{7FD1001F-B4ED-45CF-A6BC-7118CE22212E}" destId="{71CE3CF3-5C0E-4D2E-9F6E-7F03F5DF6B53}" srcOrd="0" destOrd="0" presId="urn:microsoft.com/office/officeart/2005/8/layout/orgChart1"/>
    <dgm:cxn modelId="{BE3074AC-B197-4A34-B9E6-FE856BA0D988}" type="presParOf" srcId="{71CE3CF3-5C0E-4D2E-9F6E-7F03F5DF6B53}" destId="{DC727452-8D30-401C-B291-892F0EEF037D}" srcOrd="0" destOrd="0" presId="urn:microsoft.com/office/officeart/2005/8/layout/orgChart1"/>
    <dgm:cxn modelId="{E2143C11-45EA-430F-8644-BBC15C2A6016}" type="presParOf" srcId="{71CE3CF3-5C0E-4D2E-9F6E-7F03F5DF6B53}" destId="{D643B681-DFE9-426C-91E9-1D0ADAF05AA0}" srcOrd="1" destOrd="0" presId="urn:microsoft.com/office/officeart/2005/8/layout/orgChart1"/>
    <dgm:cxn modelId="{A224832A-6984-4291-ACC1-330AE9316731}" type="presParOf" srcId="{7FD1001F-B4ED-45CF-A6BC-7118CE22212E}" destId="{55EBC14A-6166-459F-8BE2-037CC0A38D66}" srcOrd="1" destOrd="0" presId="urn:microsoft.com/office/officeart/2005/8/layout/orgChart1"/>
    <dgm:cxn modelId="{2207F806-E6C4-442D-BB9B-7F91EEF581E7}" type="presParOf" srcId="{7FD1001F-B4ED-45CF-A6BC-7118CE22212E}" destId="{C9B7CB6F-8560-474C-BCC3-0F3E8679EE7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280B6B-4A37-486D-8ADA-3DCF34B94AD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9E0C9C-4A4F-4886-BD76-A5F9A69024B3}">
      <dgm:prSet phldrT="[Text]"/>
      <dgm:spPr>
        <a:solidFill>
          <a:srgbClr val="FFFFFF"/>
        </a:solidFill>
      </dgm:spPr>
      <dgm:t>
        <a:bodyPr/>
        <a:lstStyle/>
        <a:p>
          <a:r>
            <a:rPr lang="en-US" dirty="0">
              <a:solidFill>
                <a:srgbClr val="0A0F1C"/>
              </a:solidFill>
            </a:rPr>
            <a:t>KAB Group, LLC</a:t>
          </a:r>
        </a:p>
      </dgm:t>
    </dgm:pt>
    <dgm:pt modelId="{17EE9649-7A4C-44CA-83BD-A92430685D62}" type="parTrans" cxnId="{6AA6F3D9-29D5-44C8-A4C8-54E51AE54CBB}">
      <dgm:prSet/>
      <dgm:spPr/>
      <dgm:t>
        <a:bodyPr/>
        <a:lstStyle/>
        <a:p>
          <a:endParaRPr lang="en-US"/>
        </a:p>
      </dgm:t>
    </dgm:pt>
    <dgm:pt modelId="{F19EDADC-DBFE-48B0-BCA5-BAD208ACC1DD}" type="sibTrans" cxnId="{6AA6F3D9-29D5-44C8-A4C8-54E51AE54CBB}">
      <dgm:prSet/>
      <dgm:spPr/>
      <dgm:t>
        <a:bodyPr/>
        <a:lstStyle/>
        <a:p>
          <a:endParaRPr lang="en-US"/>
        </a:p>
      </dgm:t>
    </dgm:pt>
    <dgm:pt modelId="{0ADF18C2-4DD0-4D3A-AA73-EEB379FB9F8F}" type="asst">
      <dgm:prSet phldrT="[Text]"/>
      <dgm:spPr/>
      <dgm:t>
        <a:bodyPr/>
        <a:lstStyle/>
        <a:p>
          <a:r>
            <a:rPr lang="en-US" dirty="0"/>
            <a:t>KAB Design, LLC</a:t>
          </a:r>
        </a:p>
      </dgm:t>
    </dgm:pt>
    <dgm:pt modelId="{C311619D-51EE-4C12-ABA6-9CE232E8D6B4}" type="parTrans" cxnId="{8DCF0BDE-9A04-44F2-8F04-1F1D6B735DD8}">
      <dgm:prSet/>
      <dgm:spPr/>
      <dgm:t>
        <a:bodyPr/>
        <a:lstStyle/>
        <a:p>
          <a:endParaRPr lang="en-US"/>
        </a:p>
      </dgm:t>
    </dgm:pt>
    <dgm:pt modelId="{48A84844-D1F9-4CE6-85BC-8360234B7AA3}" type="sibTrans" cxnId="{8DCF0BDE-9A04-44F2-8F04-1F1D6B735DD8}">
      <dgm:prSet/>
      <dgm:spPr/>
      <dgm:t>
        <a:bodyPr/>
        <a:lstStyle/>
        <a:p>
          <a:endParaRPr lang="en-US"/>
        </a:p>
      </dgm:t>
    </dgm:pt>
    <dgm:pt modelId="{3DEA0A9F-7738-4540-B191-8924AED8EDC1}" type="asst">
      <dgm:prSet phldrT="[Text]"/>
      <dgm:spPr/>
      <dgm:t>
        <a:bodyPr/>
        <a:lstStyle/>
        <a:p>
          <a:r>
            <a:rPr lang="en-US" dirty="0"/>
            <a:t>KAB Intellectual, LLC</a:t>
          </a:r>
        </a:p>
      </dgm:t>
    </dgm:pt>
    <dgm:pt modelId="{53B7F039-31D5-4CFE-8C3F-C147F3BF7608}" type="parTrans" cxnId="{A3A8118C-E621-4F98-B306-6B30839D88A3}">
      <dgm:prSet/>
      <dgm:spPr/>
      <dgm:t>
        <a:bodyPr/>
        <a:lstStyle/>
        <a:p>
          <a:endParaRPr lang="en-US"/>
        </a:p>
      </dgm:t>
    </dgm:pt>
    <dgm:pt modelId="{7CE5165A-5533-48D3-B65F-D9F965E24176}" type="sibTrans" cxnId="{A3A8118C-E621-4F98-B306-6B30839D88A3}">
      <dgm:prSet/>
      <dgm:spPr/>
      <dgm:t>
        <a:bodyPr/>
        <a:lstStyle/>
        <a:p>
          <a:endParaRPr lang="en-US"/>
        </a:p>
      </dgm:t>
    </dgm:pt>
    <dgm:pt modelId="{871D1CBA-9A59-4E2B-B4B7-338949569276}" type="asst">
      <dgm:prSet phldrT="[Text]"/>
      <dgm:spPr/>
      <dgm:t>
        <a:bodyPr/>
        <a:lstStyle/>
        <a:p>
          <a:r>
            <a:rPr lang="en-US" dirty="0"/>
            <a:t>KAB Properties, LLC</a:t>
          </a:r>
        </a:p>
      </dgm:t>
    </dgm:pt>
    <dgm:pt modelId="{42B98A68-3561-43CE-B5B4-6D94CDD0CA50}" type="parTrans" cxnId="{7C584CB9-53BF-47D3-A847-11F92ADE752F}">
      <dgm:prSet/>
      <dgm:spPr/>
      <dgm:t>
        <a:bodyPr/>
        <a:lstStyle/>
        <a:p>
          <a:endParaRPr lang="en-US"/>
        </a:p>
      </dgm:t>
    </dgm:pt>
    <dgm:pt modelId="{DE19068D-0B01-4AC1-8B08-C3B8B5D601BD}" type="sibTrans" cxnId="{7C584CB9-53BF-47D3-A847-11F92ADE752F}">
      <dgm:prSet/>
      <dgm:spPr/>
      <dgm:t>
        <a:bodyPr/>
        <a:lstStyle/>
        <a:p>
          <a:endParaRPr lang="en-US"/>
        </a:p>
      </dgm:t>
    </dgm:pt>
    <dgm:pt modelId="{FD43582C-30C7-4500-9BCD-30D39225BFD2}" type="asst">
      <dgm:prSet phldrT="[Text]"/>
      <dgm:spPr/>
      <dgm:t>
        <a:bodyPr/>
        <a:lstStyle/>
        <a:p>
          <a:r>
            <a:rPr lang="en-US" dirty="0"/>
            <a:t>KAB Transit, LLC</a:t>
          </a:r>
        </a:p>
      </dgm:t>
    </dgm:pt>
    <dgm:pt modelId="{E38EA54A-2D65-45F8-9B18-24AAFE814E9A}" type="parTrans" cxnId="{DB3791D0-CF7A-4545-AF76-DFE6B19621EF}">
      <dgm:prSet/>
      <dgm:spPr/>
      <dgm:t>
        <a:bodyPr/>
        <a:lstStyle/>
        <a:p>
          <a:endParaRPr lang="en-US"/>
        </a:p>
      </dgm:t>
    </dgm:pt>
    <dgm:pt modelId="{BF2752C2-C7FF-44F8-A1E5-450D5EF1F70C}" type="sibTrans" cxnId="{DB3791D0-CF7A-4545-AF76-DFE6B19621EF}">
      <dgm:prSet/>
      <dgm:spPr/>
      <dgm:t>
        <a:bodyPr/>
        <a:lstStyle/>
        <a:p>
          <a:endParaRPr lang="en-US"/>
        </a:p>
      </dgm:t>
    </dgm:pt>
    <dgm:pt modelId="{167A361C-B4BD-4DB8-B75E-8EE2348826B6}" type="asst">
      <dgm:prSet phldrT="[Text]"/>
      <dgm:spPr/>
      <dgm:t>
        <a:bodyPr/>
        <a:lstStyle/>
        <a:p>
          <a:r>
            <a:rPr lang="en-US" dirty="0"/>
            <a:t>KAB Adult Ventures, LLC</a:t>
          </a:r>
        </a:p>
      </dgm:t>
    </dgm:pt>
    <dgm:pt modelId="{D1C8850C-643C-4DE9-BE58-274D343F2BFC}" type="parTrans" cxnId="{0DD8F30F-AB15-469E-981F-B3900611AA0E}">
      <dgm:prSet/>
      <dgm:spPr/>
      <dgm:t>
        <a:bodyPr/>
        <a:lstStyle/>
        <a:p>
          <a:endParaRPr lang="en-US"/>
        </a:p>
      </dgm:t>
    </dgm:pt>
    <dgm:pt modelId="{463A5BC5-B801-4EB5-9C8F-73842B74375D}" type="sibTrans" cxnId="{0DD8F30F-AB15-469E-981F-B3900611AA0E}">
      <dgm:prSet/>
      <dgm:spPr/>
      <dgm:t>
        <a:bodyPr/>
        <a:lstStyle/>
        <a:p>
          <a:endParaRPr lang="en-US"/>
        </a:p>
      </dgm:t>
    </dgm:pt>
    <dgm:pt modelId="{925C971A-CB6D-49A3-8D41-20C233753180}" type="asst">
      <dgm:prSet phldrT="[Text]"/>
      <dgm:spPr/>
      <dgm:t>
        <a:bodyPr/>
        <a:lstStyle/>
        <a:p>
          <a:r>
            <a:rPr lang="en-US" dirty="0"/>
            <a:t>KAB NextGen Holdings, LLC</a:t>
          </a:r>
        </a:p>
      </dgm:t>
    </dgm:pt>
    <dgm:pt modelId="{4C5D99F1-97D5-4242-AE76-BBBAE36E4EF9}" type="parTrans" cxnId="{707D8DCB-8804-4B7C-9DE5-985FC925F1FC}">
      <dgm:prSet/>
      <dgm:spPr/>
      <dgm:t>
        <a:bodyPr/>
        <a:lstStyle/>
        <a:p>
          <a:endParaRPr lang="en-US"/>
        </a:p>
      </dgm:t>
    </dgm:pt>
    <dgm:pt modelId="{A735E29D-284A-4906-B46E-6BA1438D19D9}" type="sibTrans" cxnId="{707D8DCB-8804-4B7C-9DE5-985FC925F1FC}">
      <dgm:prSet/>
      <dgm:spPr/>
      <dgm:t>
        <a:bodyPr/>
        <a:lstStyle/>
        <a:p>
          <a:endParaRPr lang="en-US"/>
        </a:p>
      </dgm:t>
    </dgm:pt>
    <dgm:pt modelId="{CC6546A0-2760-4696-AFAD-E27D076A66DD}" type="asst">
      <dgm:prSet phldrT="[Text]"/>
      <dgm:spPr/>
      <dgm:t>
        <a:bodyPr/>
        <a:lstStyle/>
        <a:p>
          <a:r>
            <a:rPr lang="en-US" dirty="0"/>
            <a:t>Lauren Kelly Creative, LLC</a:t>
          </a:r>
        </a:p>
      </dgm:t>
    </dgm:pt>
    <dgm:pt modelId="{13B7030C-373B-421A-BEF6-AE545DABC53E}" type="parTrans" cxnId="{443CBB73-EF5F-4FB8-8796-3A72E41D9B7E}">
      <dgm:prSet/>
      <dgm:spPr/>
      <dgm:t>
        <a:bodyPr/>
        <a:lstStyle/>
        <a:p>
          <a:endParaRPr lang="en-US"/>
        </a:p>
      </dgm:t>
    </dgm:pt>
    <dgm:pt modelId="{794E2E05-13A8-43E6-B03A-10277CEAECA9}" type="sibTrans" cxnId="{443CBB73-EF5F-4FB8-8796-3A72E41D9B7E}">
      <dgm:prSet/>
      <dgm:spPr/>
      <dgm:t>
        <a:bodyPr/>
        <a:lstStyle/>
        <a:p>
          <a:endParaRPr lang="en-US"/>
        </a:p>
      </dgm:t>
    </dgm:pt>
    <dgm:pt modelId="{5DB553A4-4F8C-4975-B072-E6246F05EC33}" type="asst">
      <dgm:prSet phldrT="[Text]"/>
      <dgm:spPr/>
      <dgm:t>
        <a:bodyPr/>
        <a:lstStyle/>
        <a:p>
          <a:r>
            <a:rPr lang="en-US" dirty="0"/>
            <a:t>KAB Creations, LLC</a:t>
          </a:r>
        </a:p>
      </dgm:t>
    </dgm:pt>
    <dgm:pt modelId="{FB47CD59-E79E-40C2-93D5-B80B405DCFF4}" type="parTrans" cxnId="{07218CFD-6A95-49F6-82AD-2DE719B3B6B6}">
      <dgm:prSet/>
      <dgm:spPr/>
      <dgm:t>
        <a:bodyPr/>
        <a:lstStyle/>
        <a:p>
          <a:endParaRPr lang="en-US"/>
        </a:p>
      </dgm:t>
    </dgm:pt>
    <dgm:pt modelId="{017AB3C6-DD00-4110-882B-C3AFDAF103F7}" type="sibTrans" cxnId="{07218CFD-6A95-49F6-82AD-2DE719B3B6B6}">
      <dgm:prSet/>
      <dgm:spPr/>
      <dgm:t>
        <a:bodyPr/>
        <a:lstStyle/>
        <a:p>
          <a:endParaRPr lang="en-US"/>
        </a:p>
      </dgm:t>
    </dgm:pt>
    <dgm:pt modelId="{09AA93C8-DBB2-4414-9350-5736CB646C29}" type="asst">
      <dgm:prSet phldrT="[Text]"/>
      <dgm:spPr/>
      <dgm:t>
        <a:bodyPr/>
        <a:lstStyle/>
        <a:p>
          <a:r>
            <a:rPr lang="en-US" dirty="0"/>
            <a:t>Kelly IT Consulting, LLC</a:t>
          </a:r>
        </a:p>
      </dgm:t>
    </dgm:pt>
    <dgm:pt modelId="{75F0B079-EE1F-4534-A0FC-E186D54AB383}" type="parTrans" cxnId="{3EEC7098-A969-413C-99AF-7384A9AB42A5}">
      <dgm:prSet/>
      <dgm:spPr/>
      <dgm:t>
        <a:bodyPr/>
        <a:lstStyle/>
        <a:p>
          <a:endParaRPr lang="en-US"/>
        </a:p>
      </dgm:t>
    </dgm:pt>
    <dgm:pt modelId="{7B31597A-A882-49CB-8376-FCD21C8007B8}" type="sibTrans" cxnId="{3EEC7098-A969-413C-99AF-7384A9AB42A5}">
      <dgm:prSet/>
      <dgm:spPr/>
      <dgm:t>
        <a:bodyPr/>
        <a:lstStyle/>
        <a:p>
          <a:endParaRPr lang="en-US"/>
        </a:p>
      </dgm:t>
    </dgm:pt>
    <dgm:pt modelId="{183203F5-451A-4F9E-A980-93ED21086D70}" type="asst">
      <dgm:prSet phldrT="[Text]"/>
      <dgm:spPr/>
      <dgm:t>
        <a:bodyPr/>
        <a:lstStyle/>
        <a:p>
          <a:r>
            <a:rPr lang="en-US" dirty="0"/>
            <a:t>A-B-K Line Models, LLC</a:t>
          </a:r>
        </a:p>
      </dgm:t>
    </dgm:pt>
    <dgm:pt modelId="{51199B09-99DE-4DFE-A1F1-CD208D4237DF}" type="parTrans" cxnId="{872D5016-623E-428D-9E44-EFF9C5F41888}">
      <dgm:prSet/>
      <dgm:spPr/>
      <dgm:t>
        <a:bodyPr/>
        <a:lstStyle/>
        <a:p>
          <a:endParaRPr lang="en-US"/>
        </a:p>
      </dgm:t>
    </dgm:pt>
    <dgm:pt modelId="{1069C1F4-6C53-457C-B5D3-8BC91F351E4D}" type="sibTrans" cxnId="{872D5016-623E-428D-9E44-EFF9C5F41888}">
      <dgm:prSet/>
      <dgm:spPr/>
      <dgm:t>
        <a:bodyPr/>
        <a:lstStyle/>
        <a:p>
          <a:endParaRPr lang="en-US"/>
        </a:p>
      </dgm:t>
    </dgm:pt>
    <dgm:pt modelId="{8E4FCFC7-7756-4194-B5BE-2FF6A87C8469}" type="asst">
      <dgm:prSet phldrT="[Text]"/>
      <dgm:spPr/>
      <dgm:t>
        <a:bodyPr/>
        <a:lstStyle/>
        <a:p>
          <a:r>
            <a:rPr lang="en-US" dirty="0"/>
            <a:t>Rowan’s Nest Apparel, LLC</a:t>
          </a:r>
        </a:p>
      </dgm:t>
    </dgm:pt>
    <dgm:pt modelId="{D0518DCE-1AD7-4353-99F1-78AA2580A29C}" type="parTrans" cxnId="{4594A8BC-FEC5-4D6F-BD32-73EE6600CD13}">
      <dgm:prSet/>
      <dgm:spPr/>
      <dgm:t>
        <a:bodyPr/>
        <a:lstStyle/>
        <a:p>
          <a:endParaRPr lang="en-US"/>
        </a:p>
      </dgm:t>
    </dgm:pt>
    <dgm:pt modelId="{7056232D-FB92-4097-878E-5698482FC1A8}" type="sibTrans" cxnId="{4594A8BC-FEC5-4D6F-BD32-73EE6600CD13}">
      <dgm:prSet/>
      <dgm:spPr/>
      <dgm:t>
        <a:bodyPr/>
        <a:lstStyle/>
        <a:p>
          <a:endParaRPr lang="en-US"/>
        </a:p>
      </dgm:t>
    </dgm:pt>
    <dgm:pt modelId="{9FFC5BC4-D557-4A57-8847-169E22729CD2}" type="asst">
      <dgm:prSet phldrT="[Text]"/>
      <dgm:spPr/>
      <dgm:t>
        <a:bodyPr/>
        <a:lstStyle/>
        <a:p>
          <a:r>
            <a:rPr lang="en-US" dirty="0"/>
            <a:t>KAB Vendor Management</a:t>
          </a:r>
          <a:r>
            <a:rPr lang="en-US"/>
            <a:t>, LLC</a:t>
          </a:r>
          <a:endParaRPr lang="en-US" dirty="0"/>
        </a:p>
      </dgm:t>
    </dgm:pt>
    <dgm:pt modelId="{59A0FC41-2EB4-4058-B743-169EE0386C19}" type="parTrans" cxnId="{8BF983B3-0B43-421E-B2C1-2F08136B5F0C}">
      <dgm:prSet/>
      <dgm:spPr/>
      <dgm:t>
        <a:bodyPr/>
        <a:lstStyle/>
        <a:p>
          <a:endParaRPr lang="en-US"/>
        </a:p>
      </dgm:t>
    </dgm:pt>
    <dgm:pt modelId="{25A1BA70-351D-42C5-8CF0-A485B2E7185A}" type="sibTrans" cxnId="{8BF983B3-0B43-421E-B2C1-2F08136B5F0C}">
      <dgm:prSet/>
      <dgm:spPr/>
      <dgm:t>
        <a:bodyPr/>
        <a:lstStyle/>
        <a:p>
          <a:endParaRPr lang="en-US"/>
        </a:p>
      </dgm:t>
    </dgm:pt>
    <dgm:pt modelId="{BD5DE0F9-66CF-48FB-BF2A-3D12A78A9661}" type="asst">
      <dgm:prSet phldrT="[Text]"/>
      <dgm:spPr/>
      <dgm:t>
        <a:bodyPr/>
        <a:lstStyle/>
        <a:p>
          <a:r>
            <a:rPr lang="en-US" dirty="0"/>
            <a:t>KAB Medical, PLLC</a:t>
          </a:r>
        </a:p>
      </dgm:t>
    </dgm:pt>
    <dgm:pt modelId="{9FB5B0F7-321A-49B8-8EA0-A1DA501B7B2D}" type="parTrans" cxnId="{2450F6A6-A294-48B9-B477-E09E92DF0206}">
      <dgm:prSet/>
      <dgm:spPr/>
      <dgm:t>
        <a:bodyPr/>
        <a:lstStyle/>
        <a:p>
          <a:endParaRPr lang="en-US"/>
        </a:p>
      </dgm:t>
    </dgm:pt>
    <dgm:pt modelId="{F4CC3D7C-024A-4AEA-B368-DFE2C228925F}" type="sibTrans" cxnId="{2450F6A6-A294-48B9-B477-E09E92DF0206}">
      <dgm:prSet/>
      <dgm:spPr/>
      <dgm:t>
        <a:bodyPr/>
        <a:lstStyle/>
        <a:p>
          <a:endParaRPr lang="en-US"/>
        </a:p>
      </dgm:t>
    </dgm:pt>
    <dgm:pt modelId="{71A48F78-CD89-44C1-8681-D67B3AEB7B3E}" type="pres">
      <dgm:prSet presAssocID="{C1280B6B-4A37-486D-8ADA-3DCF34B94AD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480E801-6FB6-4B4E-9BBA-FD427DBE7AEC}" type="pres">
      <dgm:prSet presAssocID="{4F9E0C9C-4A4F-4886-BD76-A5F9A69024B3}" presName="hierRoot1" presStyleCnt="0">
        <dgm:presLayoutVars>
          <dgm:hierBranch val="init"/>
        </dgm:presLayoutVars>
      </dgm:prSet>
      <dgm:spPr/>
    </dgm:pt>
    <dgm:pt modelId="{34DA95D4-E5C3-46AE-BBA7-CE98CD794834}" type="pres">
      <dgm:prSet presAssocID="{4F9E0C9C-4A4F-4886-BD76-A5F9A69024B3}" presName="rootComposite1" presStyleCnt="0"/>
      <dgm:spPr/>
    </dgm:pt>
    <dgm:pt modelId="{41416E48-DDE5-4AE3-A623-ABAD3F4B4023}" type="pres">
      <dgm:prSet presAssocID="{4F9E0C9C-4A4F-4886-BD76-A5F9A69024B3}" presName="rootText1" presStyleLbl="node0" presStyleIdx="0" presStyleCnt="1">
        <dgm:presLayoutVars>
          <dgm:chPref val="3"/>
        </dgm:presLayoutVars>
      </dgm:prSet>
      <dgm:spPr/>
    </dgm:pt>
    <dgm:pt modelId="{5CC7B2F4-22CD-4440-B9E4-658CDA114D8F}" type="pres">
      <dgm:prSet presAssocID="{4F9E0C9C-4A4F-4886-BD76-A5F9A69024B3}" presName="rootConnector1" presStyleLbl="node1" presStyleIdx="0" presStyleCnt="0"/>
      <dgm:spPr/>
    </dgm:pt>
    <dgm:pt modelId="{0A9130DF-A9F9-48B5-91B1-3B1DCE0DC412}" type="pres">
      <dgm:prSet presAssocID="{4F9E0C9C-4A4F-4886-BD76-A5F9A69024B3}" presName="hierChild2" presStyleCnt="0"/>
      <dgm:spPr/>
    </dgm:pt>
    <dgm:pt modelId="{5FABEA9E-95F6-4EE6-AD46-348794F275AB}" type="pres">
      <dgm:prSet presAssocID="{4F9E0C9C-4A4F-4886-BD76-A5F9A69024B3}" presName="hierChild3" presStyleCnt="0"/>
      <dgm:spPr/>
    </dgm:pt>
    <dgm:pt modelId="{F8845AC6-3F03-4DDD-AA73-253CE5F51609}" type="pres">
      <dgm:prSet presAssocID="{C311619D-51EE-4C12-ABA6-9CE232E8D6B4}" presName="Name111" presStyleLbl="parChTrans1D2" presStyleIdx="0" presStyleCnt="7"/>
      <dgm:spPr/>
    </dgm:pt>
    <dgm:pt modelId="{D330B158-9948-4F3C-B89D-72FB56DA9403}" type="pres">
      <dgm:prSet presAssocID="{0ADF18C2-4DD0-4D3A-AA73-EEB379FB9F8F}" presName="hierRoot3" presStyleCnt="0">
        <dgm:presLayoutVars>
          <dgm:hierBranch val="init"/>
        </dgm:presLayoutVars>
      </dgm:prSet>
      <dgm:spPr/>
    </dgm:pt>
    <dgm:pt modelId="{EC3996D8-7A3B-41A5-8D57-6AA0858B57F3}" type="pres">
      <dgm:prSet presAssocID="{0ADF18C2-4DD0-4D3A-AA73-EEB379FB9F8F}" presName="rootComposite3" presStyleCnt="0"/>
      <dgm:spPr/>
    </dgm:pt>
    <dgm:pt modelId="{83D16CDE-C1D2-4560-BB98-C56F48D04175}" type="pres">
      <dgm:prSet presAssocID="{0ADF18C2-4DD0-4D3A-AA73-EEB379FB9F8F}" presName="rootText3" presStyleLbl="asst1" presStyleIdx="0" presStyleCnt="13">
        <dgm:presLayoutVars>
          <dgm:chPref val="3"/>
        </dgm:presLayoutVars>
      </dgm:prSet>
      <dgm:spPr/>
    </dgm:pt>
    <dgm:pt modelId="{45BB66FC-17E6-4B48-B761-F404C5FEBCF5}" type="pres">
      <dgm:prSet presAssocID="{0ADF18C2-4DD0-4D3A-AA73-EEB379FB9F8F}" presName="rootConnector3" presStyleLbl="asst1" presStyleIdx="0" presStyleCnt="13"/>
      <dgm:spPr/>
    </dgm:pt>
    <dgm:pt modelId="{2DEA436B-5171-48D6-A06C-2E10FC8FDF59}" type="pres">
      <dgm:prSet presAssocID="{0ADF18C2-4DD0-4D3A-AA73-EEB379FB9F8F}" presName="hierChild6" presStyleCnt="0"/>
      <dgm:spPr/>
    </dgm:pt>
    <dgm:pt modelId="{6628A2EA-D10D-4BE8-A5E4-699C59860576}" type="pres">
      <dgm:prSet presAssocID="{0ADF18C2-4DD0-4D3A-AA73-EEB379FB9F8F}" presName="hierChild7" presStyleCnt="0"/>
      <dgm:spPr/>
    </dgm:pt>
    <dgm:pt modelId="{CF3E2933-E4E6-4934-BB45-DCB84348EA6D}" type="pres">
      <dgm:prSet presAssocID="{53B7F039-31D5-4CFE-8C3F-C147F3BF7608}" presName="Name111" presStyleLbl="parChTrans1D2" presStyleIdx="1" presStyleCnt="7"/>
      <dgm:spPr/>
    </dgm:pt>
    <dgm:pt modelId="{8988529D-D99B-44AA-89B5-7C46CCFE4719}" type="pres">
      <dgm:prSet presAssocID="{3DEA0A9F-7738-4540-B191-8924AED8EDC1}" presName="hierRoot3" presStyleCnt="0">
        <dgm:presLayoutVars>
          <dgm:hierBranch val="init"/>
        </dgm:presLayoutVars>
      </dgm:prSet>
      <dgm:spPr/>
    </dgm:pt>
    <dgm:pt modelId="{B840466B-2063-4414-9652-D84BAC6CC905}" type="pres">
      <dgm:prSet presAssocID="{3DEA0A9F-7738-4540-B191-8924AED8EDC1}" presName="rootComposite3" presStyleCnt="0"/>
      <dgm:spPr/>
    </dgm:pt>
    <dgm:pt modelId="{54274028-D79B-4897-96C5-46C59D586116}" type="pres">
      <dgm:prSet presAssocID="{3DEA0A9F-7738-4540-B191-8924AED8EDC1}" presName="rootText3" presStyleLbl="asst1" presStyleIdx="1" presStyleCnt="13">
        <dgm:presLayoutVars>
          <dgm:chPref val="3"/>
        </dgm:presLayoutVars>
      </dgm:prSet>
      <dgm:spPr/>
    </dgm:pt>
    <dgm:pt modelId="{DD9B2C51-59C5-43BA-8A60-8B69042E862B}" type="pres">
      <dgm:prSet presAssocID="{3DEA0A9F-7738-4540-B191-8924AED8EDC1}" presName="rootConnector3" presStyleLbl="asst1" presStyleIdx="1" presStyleCnt="13"/>
      <dgm:spPr/>
    </dgm:pt>
    <dgm:pt modelId="{111AF865-A473-4597-BCD4-308F011CFF85}" type="pres">
      <dgm:prSet presAssocID="{3DEA0A9F-7738-4540-B191-8924AED8EDC1}" presName="hierChild6" presStyleCnt="0"/>
      <dgm:spPr/>
    </dgm:pt>
    <dgm:pt modelId="{688A1FBD-B207-4DAE-8373-47C3F0220144}" type="pres">
      <dgm:prSet presAssocID="{3DEA0A9F-7738-4540-B191-8924AED8EDC1}" presName="hierChild7" presStyleCnt="0"/>
      <dgm:spPr/>
    </dgm:pt>
    <dgm:pt modelId="{A649B825-E1D3-446C-B01D-392CBDC7E50E}" type="pres">
      <dgm:prSet presAssocID="{42B98A68-3561-43CE-B5B4-6D94CDD0CA50}" presName="Name111" presStyleLbl="parChTrans1D2" presStyleIdx="2" presStyleCnt="7"/>
      <dgm:spPr/>
    </dgm:pt>
    <dgm:pt modelId="{6CDD696F-0F1C-48C8-959D-D3637DA642E3}" type="pres">
      <dgm:prSet presAssocID="{871D1CBA-9A59-4E2B-B4B7-338949569276}" presName="hierRoot3" presStyleCnt="0">
        <dgm:presLayoutVars>
          <dgm:hierBranch val="init"/>
        </dgm:presLayoutVars>
      </dgm:prSet>
      <dgm:spPr/>
    </dgm:pt>
    <dgm:pt modelId="{05D434EF-3CC5-40B0-BA88-4C9921A76D78}" type="pres">
      <dgm:prSet presAssocID="{871D1CBA-9A59-4E2B-B4B7-338949569276}" presName="rootComposite3" presStyleCnt="0"/>
      <dgm:spPr/>
    </dgm:pt>
    <dgm:pt modelId="{BACBDE41-A4A2-4ACB-BB4D-CB3B42E736A8}" type="pres">
      <dgm:prSet presAssocID="{871D1CBA-9A59-4E2B-B4B7-338949569276}" presName="rootText3" presStyleLbl="asst1" presStyleIdx="2" presStyleCnt="13">
        <dgm:presLayoutVars>
          <dgm:chPref val="3"/>
        </dgm:presLayoutVars>
      </dgm:prSet>
      <dgm:spPr/>
    </dgm:pt>
    <dgm:pt modelId="{1A1F36CB-A397-4C16-AC6A-37AAD4B01A5C}" type="pres">
      <dgm:prSet presAssocID="{871D1CBA-9A59-4E2B-B4B7-338949569276}" presName="rootConnector3" presStyleLbl="asst1" presStyleIdx="2" presStyleCnt="13"/>
      <dgm:spPr/>
    </dgm:pt>
    <dgm:pt modelId="{160A820E-B39F-489D-949D-831BFD72DFF4}" type="pres">
      <dgm:prSet presAssocID="{871D1CBA-9A59-4E2B-B4B7-338949569276}" presName="hierChild6" presStyleCnt="0"/>
      <dgm:spPr/>
    </dgm:pt>
    <dgm:pt modelId="{C7E65C58-FB0E-4EA1-A8CB-209C64F7397E}" type="pres">
      <dgm:prSet presAssocID="{871D1CBA-9A59-4E2B-B4B7-338949569276}" presName="hierChild7" presStyleCnt="0"/>
      <dgm:spPr/>
    </dgm:pt>
    <dgm:pt modelId="{496DBD84-DE58-4CCB-8423-F7228A4068F9}" type="pres">
      <dgm:prSet presAssocID="{9FB5B0F7-321A-49B8-8EA0-A1DA501B7B2D}" presName="Name111" presStyleLbl="parChTrans1D3" presStyleIdx="0" presStyleCnt="6"/>
      <dgm:spPr/>
    </dgm:pt>
    <dgm:pt modelId="{81FEBB22-B7EC-42D8-ABC9-D8430C03992F}" type="pres">
      <dgm:prSet presAssocID="{BD5DE0F9-66CF-48FB-BF2A-3D12A78A9661}" presName="hierRoot3" presStyleCnt="0">
        <dgm:presLayoutVars>
          <dgm:hierBranch val="init"/>
        </dgm:presLayoutVars>
      </dgm:prSet>
      <dgm:spPr/>
    </dgm:pt>
    <dgm:pt modelId="{1304369A-C332-4DE3-A735-9D0F653E94AD}" type="pres">
      <dgm:prSet presAssocID="{BD5DE0F9-66CF-48FB-BF2A-3D12A78A9661}" presName="rootComposite3" presStyleCnt="0"/>
      <dgm:spPr/>
    </dgm:pt>
    <dgm:pt modelId="{DE893B2D-413F-482E-A875-89BC090D4879}" type="pres">
      <dgm:prSet presAssocID="{BD5DE0F9-66CF-48FB-BF2A-3D12A78A9661}" presName="rootText3" presStyleLbl="asst1" presStyleIdx="3" presStyleCnt="13">
        <dgm:presLayoutVars>
          <dgm:chPref val="3"/>
        </dgm:presLayoutVars>
      </dgm:prSet>
      <dgm:spPr/>
    </dgm:pt>
    <dgm:pt modelId="{4DE4E2DF-4417-459B-B0C9-57504662D440}" type="pres">
      <dgm:prSet presAssocID="{BD5DE0F9-66CF-48FB-BF2A-3D12A78A9661}" presName="rootConnector3" presStyleLbl="asst1" presStyleIdx="3" presStyleCnt="13"/>
      <dgm:spPr/>
    </dgm:pt>
    <dgm:pt modelId="{9F3967B3-599D-42E7-9DE4-A5DB67B8829F}" type="pres">
      <dgm:prSet presAssocID="{BD5DE0F9-66CF-48FB-BF2A-3D12A78A9661}" presName="hierChild6" presStyleCnt="0"/>
      <dgm:spPr/>
    </dgm:pt>
    <dgm:pt modelId="{293FE2D7-F86F-42CF-8188-F47757F785F6}" type="pres">
      <dgm:prSet presAssocID="{BD5DE0F9-66CF-48FB-BF2A-3D12A78A9661}" presName="hierChild7" presStyleCnt="0"/>
      <dgm:spPr/>
    </dgm:pt>
    <dgm:pt modelId="{99624D11-3768-49F0-A22A-F5970DEF9410}" type="pres">
      <dgm:prSet presAssocID="{E38EA54A-2D65-45F8-9B18-24AAFE814E9A}" presName="Name111" presStyleLbl="parChTrans1D2" presStyleIdx="3" presStyleCnt="7"/>
      <dgm:spPr/>
    </dgm:pt>
    <dgm:pt modelId="{7AA647C3-186B-49C3-BA18-249A38FCFD2D}" type="pres">
      <dgm:prSet presAssocID="{FD43582C-30C7-4500-9BCD-30D39225BFD2}" presName="hierRoot3" presStyleCnt="0">
        <dgm:presLayoutVars>
          <dgm:hierBranch val="init"/>
        </dgm:presLayoutVars>
      </dgm:prSet>
      <dgm:spPr/>
    </dgm:pt>
    <dgm:pt modelId="{D81BC1A4-0D3D-4053-86B9-9AEEE71F605D}" type="pres">
      <dgm:prSet presAssocID="{FD43582C-30C7-4500-9BCD-30D39225BFD2}" presName="rootComposite3" presStyleCnt="0"/>
      <dgm:spPr/>
    </dgm:pt>
    <dgm:pt modelId="{549295E8-9EA8-40EE-89C1-0D2BBA6FBEC3}" type="pres">
      <dgm:prSet presAssocID="{FD43582C-30C7-4500-9BCD-30D39225BFD2}" presName="rootText3" presStyleLbl="asst1" presStyleIdx="4" presStyleCnt="13">
        <dgm:presLayoutVars>
          <dgm:chPref val="3"/>
        </dgm:presLayoutVars>
      </dgm:prSet>
      <dgm:spPr/>
    </dgm:pt>
    <dgm:pt modelId="{08DE1B0E-9329-45A6-8CC4-EDFF55216A2D}" type="pres">
      <dgm:prSet presAssocID="{FD43582C-30C7-4500-9BCD-30D39225BFD2}" presName="rootConnector3" presStyleLbl="asst1" presStyleIdx="4" presStyleCnt="13"/>
      <dgm:spPr/>
    </dgm:pt>
    <dgm:pt modelId="{9202D405-0C2A-488C-ACAB-5AAF63210E05}" type="pres">
      <dgm:prSet presAssocID="{FD43582C-30C7-4500-9BCD-30D39225BFD2}" presName="hierChild6" presStyleCnt="0"/>
      <dgm:spPr/>
    </dgm:pt>
    <dgm:pt modelId="{FD6416DB-F9EC-47FC-8404-A1C55AE90F4F}" type="pres">
      <dgm:prSet presAssocID="{FD43582C-30C7-4500-9BCD-30D39225BFD2}" presName="hierChild7" presStyleCnt="0"/>
      <dgm:spPr/>
    </dgm:pt>
    <dgm:pt modelId="{3065C51B-9AF9-48BB-A07A-1F7946194D6C}" type="pres">
      <dgm:prSet presAssocID="{59A0FC41-2EB4-4058-B743-169EE0386C19}" presName="Name111" presStyleLbl="parChTrans1D2" presStyleIdx="4" presStyleCnt="7"/>
      <dgm:spPr/>
    </dgm:pt>
    <dgm:pt modelId="{C5CF88A4-BD9C-45CF-A462-DEFEC186951C}" type="pres">
      <dgm:prSet presAssocID="{9FFC5BC4-D557-4A57-8847-169E22729CD2}" presName="hierRoot3" presStyleCnt="0">
        <dgm:presLayoutVars>
          <dgm:hierBranch val="init"/>
        </dgm:presLayoutVars>
      </dgm:prSet>
      <dgm:spPr/>
    </dgm:pt>
    <dgm:pt modelId="{9D4A1A0A-47CA-49BE-8C88-C0C7730BBEC7}" type="pres">
      <dgm:prSet presAssocID="{9FFC5BC4-D557-4A57-8847-169E22729CD2}" presName="rootComposite3" presStyleCnt="0"/>
      <dgm:spPr/>
    </dgm:pt>
    <dgm:pt modelId="{CB5ED01B-241A-4DCE-8AFA-F241C3FD9B4B}" type="pres">
      <dgm:prSet presAssocID="{9FFC5BC4-D557-4A57-8847-169E22729CD2}" presName="rootText3" presStyleLbl="asst1" presStyleIdx="5" presStyleCnt="13">
        <dgm:presLayoutVars>
          <dgm:chPref val="3"/>
        </dgm:presLayoutVars>
      </dgm:prSet>
      <dgm:spPr/>
    </dgm:pt>
    <dgm:pt modelId="{A70681EC-66D0-40F4-A6C4-638496B7399C}" type="pres">
      <dgm:prSet presAssocID="{9FFC5BC4-D557-4A57-8847-169E22729CD2}" presName="rootConnector3" presStyleLbl="asst1" presStyleIdx="5" presStyleCnt="13"/>
      <dgm:spPr/>
    </dgm:pt>
    <dgm:pt modelId="{B3D3F1F7-485B-429C-843E-E7B6981C26EF}" type="pres">
      <dgm:prSet presAssocID="{9FFC5BC4-D557-4A57-8847-169E22729CD2}" presName="hierChild6" presStyleCnt="0"/>
      <dgm:spPr/>
    </dgm:pt>
    <dgm:pt modelId="{A0C85631-DDD2-4D76-89B7-E1E34FA77AA5}" type="pres">
      <dgm:prSet presAssocID="{9FFC5BC4-D557-4A57-8847-169E22729CD2}" presName="hierChild7" presStyleCnt="0"/>
      <dgm:spPr/>
    </dgm:pt>
    <dgm:pt modelId="{1B01FD08-9F08-4678-A7BE-ED54AD5FC3C7}" type="pres">
      <dgm:prSet presAssocID="{D1C8850C-643C-4DE9-BE58-274D343F2BFC}" presName="Name111" presStyleLbl="parChTrans1D2" presStyleIdx="5" presStyleCnt="7"/>
      <dgm:spPr/>
    </dgm:pt>
    <dgm:pt modelId="{F5E7838D-1DA8-4A6F-98DA-3927B80212E5}" type="pres">
      <dgm:prSet presAssocID="{167A361C-B4BD-4DB8-B75E-8EE2348826B6}" presName="hierRoot3" presStyleCnt="0">
        <dgm:presLayoutVars>
          <dgm:hierBranch val="init"/>
        </dgm:presLayoutVars>
      </dgm:prSet>
      <dgm:spPr/>
    </dgm:pt>
    <dgm:pt modelId="{4A156646-0645-4DFE-AE4C-3BAA1C93AA6B}" type="pres">
      <dgm:prSet presAssocID="{167A361C-B4BD-4DB8-B75E-8EE2348826B6}" presName="rootComposite3" presStyleCnt="0"/>
      <dgm:spPr/>
    </dgm:pt>
    <dgm:pt modelId="{9AC2F8AC-83B3-4663-857F-0199F9915AF4}" type="pres">
      <dgm:prSet presAssocID="{167A361C-B4BD-4DB8-B75E-8EE2348826B6}" presName="rootText3" presStyleLbl="asst1" presStyleIdx="6" presStyleCnt="13">
        <dgm:presLayoutVars>
          <dgm:chPref val="3"/>
        </dgm:presLayoutVars>
      </dgm:prSet>
      <dgm:spPr/>
    </dgm:pt>
    <dgm:pt modelId="{5EA5DAB2-A5E5-49BF-A040-F581002CD57E}" type="pres">
      <dgm:prSet presAssocID="{167A361C-B4BD-4DB8-B75E-8EE2348826B6}" presName="rootConnector3" presStyleLbl="asst1" presStyleIdx="6" presStyleCnt="13"/>
      <dgm:spPr/>
    </dgm:pt>
    <dgm:pt modelId="{3470FD6E-B8AB-466E-9523-448587533B19}" type="pres">
      <dgm:prSet presAssocID="{167A361C-B4BD-4DB8-B75E-8EE2348826B6}" presName="hierChild6" presStyleCnt="0"/>
      <dgm:spPr/>
    </dgm:pt>
    <dgm:pt modelId="{003C8FFC-A059-4955-B7B3-61582C8613F3}" type="pres">
      <dgm:prSet presAssocID="{167A361C-B4BD-4DB8-B75E-8EE2348826B6}" presName="hierChild7" presStyleCnt="0"/>
      <dgm:spPr/>
    </dgm:pt>
    <dgm:pt modelId="{77FE6527-7972-43D1-A954-C77798EEEA96}" type="pres">
      <dgm:prSet presAssocID="{13B7030C-373B-421A-BEF6-AE545DABC53E}" presName="Name111" presStyleLbl="parChTrans1D3" presStyleIdx="1" presStyleCnt="6"/>
      <dgm:spPr/>
    </dgm:pt>
    <dgm:pt modelId="{2BCF0C0F-7C91-42C9-8158-0881516AF50D}" type="pres">
      <dgm:prSet presAssocID="{CC6546A0-2760-4696-AFAD-E27D076A66DD}" presName="hierRoot3" presStyleCnt="0">
        <dgm:presLayoutVars>
          <dgm:hierBranch val="init"/>
        </dgm:presLayoutVars>
      </dgm:prSet>
      <dgm:spPr/>
    </dgm:pt>
    <dgm:pt modelId="{9705E98A-7555-4BDC-A6A0-7279C706BC8F}" type="pres">
      <dgm:prSet presAssocID="{CC6546A0-2760-4696-AFAD-E27D076A66DD}" presName="rootComposite3" presStyleCnt="0"/>
      <dgm:spPr/>
    </dgm:pt>
    <dgm:pt modelId="{59AD3A0F-E181-4562-B631-03B6A926D887}" type="pres">
      <dgm:prSet presAssocID="{CC6546A0-2760-4696-AFAD-E27D076A66DD}" presName="rootText3" presStyleLbl="asst1" presStyleIdx="7" presStyleCnt="13">
        <dgm:presLayoutVars>
          <dgm:chPref val="3"/>
        </dgm:presLayoutVars>
      </dgm:prSet>
      <dgm:spPr/>
    </dgm:pt>
    <dgm:pt modelId="{3FEFB4B3-A480-406B-994F-48D03A24C69E}" type="pres">
      <dgm:prSet presAssocID="{CC6546A0-2760-4696-AFAD-E27D076A66DD}" presName="rootConnector3" presStyleLbl="asst1" presStyleIdx="7" presStyleCnt="13"/>
      <dgm:spPr/>
    </dgm:pt>
    <dgm:pt modelId="{5B82DE3F-356A-4658-A67A-5EECC4CCADF2}" type="pres">
      <dgm:prSet presAssocID="{CC6546A0-2760-4696-AFAD-E27D076A66DD}" presName="hierChild6" presStyleCnt="0"/>
      <dgm:spPr/>
    </dgm:pt>
    <dgm:pt modelId="{BF622CB4-8024-4AB6-AFF7-2C738407A226}" type="pres">
      <dgm:prSet presAssocID="{CC6546A0-2760-4696-AFAD-E27D076A66DD}" presName="hierChild7" presStyleCnt="0"/>
      <dgm:spPr/>
    </dgm:pt>
    <dgm:pt modelId="{DDFA5FD4-6E0C-4D47-AB70-2819FB6B4B8E}" type="pres">
      <dgm:prSet presAssocID="{FB47CD59-E79E-40C2-93D5-B80B405DCFF4}" presName="Name111" presStyleLbl="parChTrans1D3" presStyleIdx="2" presStyleCnt="6"/>
      <dgm:spPr/>
    </dgm:pt>
    <dgm:pt modelId="{CF0ED68D-AE99-4880-8D31-4CD089C80C1E}" type="pres">
      <dgm:prSet presAssocID="{5DB553A4-4F8C-4975-B072-E6246F05EC33}" presName="hierRoot3" presStyleCnt="0">
        <dgm:presLayoutVars>
          <dgm:hierBranch val="init"/>
        </dgm:presLayoutVars>
      </dgm:prSet>
      <dgm:spPr/>
    </dgm:pt>
    <dgm:pt modelId="{7D692431-DB6F-498F-8B65-BEF13FD80D98}" type="pres">
      <dgm:prSet presAssocID="{5DB553A4-4F8C-4975-B072-E6246F05EC33}" presName="rootComposite3" presStyleCnt="0"/>
      <dgm:spPr/>
    </dgm:pt>
    <dgm:pt modelId="{3FA41E96-DD50-4C7D-B5FF-0337FB3009DF}" type="pres">
      <dgm:prSet presAssocID="{5DB553A4-4F8C-4975-B072-E6246F05EC33}" presName="rootText3" presStyleLbl="asst1" presStyleIdx="8" presStyleCnt="13">
        <dgm:presLayoutVars>
          <dgm:chPref val="3"/>
        </dgm:presLayoutVars>
      </dgm:prSet>
      <dgm:spPr/>
    </dgm:pt>
    <dgm:pt modelId="{34DB3B43-7176-4C44-9E10-79425ABCA171}" type="pres">
      <dgm:prSet presAssocID="{5DB553A4-4F8C-4975-B072-E6246F05EC33}" presName="rootConnector3" presStyleLbl="asst1" presStyleIdx="8" presStyleCnt="13"/>
      <dgm:spPr/>
    </dgm:pt>
    <dgm:pt modelId="{3B446D51-D52C-4D44-B1D2-26646C66EC7C}" type="pres">
      <dgm:prSet presAssocID="{5DB553A4-4F8C-4975-B072-E6246F05EC33}" presName="hierChild6" presStyleCnt="0"/>
      <dgm:spPr/>
    </dgm:pt>
    <dgm:pt modelId="{B81AB737-F5CD-43D3-85A1-A1B3DAC41151}" type="pres">
      <dgm:prSet presAssocID="{5DB553A4-4F8C-4975-B072-E6246F05EC33}" presName="hierChild7" presStyleCnt="0"/>
      <dgm:spPr/>
    </dgm:pt>
    <dgm:pt modelId="{38A93A73-2282-4D33-BE39-07AE7CD5F72D}" type="pres">
      <dgm:prSet presAssocID="{75F0B079-EE1F-4534-A0FC-E186D54AB383}" presName="Name111" presStyleLbl="parChTrans1D3" presStyleIdx="3" presStyleCnt="6"/>
      <dgm:spPr/>
    </dgm:pt>
    <dgm:pt modelId="{1BA37C42-9C9E-49E7-A27A-251BF8C27D55}" type="pres">
      <dgm:prSet presAssocID="{09AA93C8-DBB2-4414-9350-5736CB646C29}" presName="hierRoot3" presStyleCnt="0">
        <dgm:presLayoutVars>
          <dgm:hierBranch val="init"/>
        </dgm:presLayoutVars>
      </dgm:prSet>
      <dgm:spPr/>
    </dgm:pt>
    <dgm:pt modelId="{50C5F701-009F-4C5E-B1A8-44A4388D9147}" type="pres">
      <dgm:prSet presAssocID="{09AA93C8-DBB2-4414-9350-5736CB646C29}" presName="rootComposite3" presStyleCnt="0"/>
      <dgm:spPr/>
    </dgm:pt>
    <dgm:pt modelId="{4D4B2D75-5384-4438-84F0-04416FC8EBCE}" type="pres">
      <dgm:prSet presAssocID="{09AA93C8-DBB2-4414-9350-5736CB646C29}" presName="rootText3" presStyleLbl="asst1" presStyleIdx="9" presStyleCnt="13">
        <dgm:presLayoutVars>
          <dgm:chPref val="3"/>
        </dgm:presLayoutVars>
      </dgm:prSet>
      <dgm:spPr/>
    </dgm:pt>
    <dgm:pt modelId="{75642524-8EA7-481F-9B69-36BA14DF4348}" type="pres">
      <dgm:prSet presAssocID="{09AA93C8-DBB2-4414-9350-5736CB646C29}" presName="rootConnector3" presStyleLbl="asst1" presStyleIdx="9" presStyleCnt="13"/>
      <dgm:spPr/>
    </dgm:pt>
    <dgm:pt modelId="{29508B80-A98E-428F-A59A-CB855923CB07}" type="pres">
      <dgm:prSet presAssocID="{09AA93C8-DBB2-4414-9350-5736CB646C29}" presName="hierChild6" presStyleCnt="0"/>
      <dgm:spPr/>
    </dgm:pt>
    <dgm:pt modelId="{77AB3A03-3F7E-4798-B193-0872B38E94FC}" type="pres">
      <dgm:prSet presAssocID="{09AA93C8-DBB2-4414-9350-5736CB646C29}" presName="hierChild7" presStyleCnt="0"/>
      <dgm:spPr/>
    </dgm:pt>
    <dgm:pt modelId="{4DE3AD4E-6110-4A16-8B1D-7B29E61B76FC}" type="pres">
      <dgm:prSet presAssocID="{4C5D99F1-97D5-4242-AE76-BBBAE36E4EF9}" presName="Name111" presStyleLbl="parChTrans1D2" presStyleIdx="6" presStyleCnt="7"/>
      <dgm:spPr/>
    </dgm:pt>
    <dgm:pt modelId="{45F7FA0D-405C-4881-8C06-F8F987E274F9}" type="pres">
      <dgm:prSet presAssocID="{925C971A-CB6D-49A3-8D41-20C233753180}" presName="hierRoot3" presStyleCnt="0">
        <dgm:presLayoutVars>
          <dgm:hierBranch val="init"/>
        </dgm:presLayoutVars>
      </dgm:prSet>
      <dgm:spPr/>
    </dgm:pt>
    <dgm:pt modelId="{6D028167-5A77-45FE-8DDB-88D27253B92B}" type="pres">
      <dgm:prSet presAssocID="{925C971A-CB6D-49A3-8D41-20C233753180}" presName="rootComposite3" presStyleCnt="0"/>
      <dgm:spPr/>
    </dgm:pt>
    <dgm:pt modelId="{4DDCAFD6-FE2D-417A-8F9B-37ED080E8170}" type="pres">
      <dgm:prSet presAssocID="{925C971A-CB6D-49A3-8D41-20C233753180}" presName="rootText3" presStyleLbl="asst1" presStyleIdx="10" presStyleCnt="13">
        <dgm:presLayoutVars>
          <dgm:chPref val="3"/>
        </dgm:presLayoutVars>
      </dgm:prSet>
      <dgm:spPr/>
    </dgm:pt>
    <dgm:pt modelId="{D937F778-7DD7-4A9B-935B-A53064E8741D}" type="pres">
      <dgm:prSet presAssocID="{925C971A-CB6D-49A3-8D41-20C233753180}" presName="rootConnector3" presStyleLbl="asst1" presStyleIdx="10" presStyleCnt="13"/>
      <dgm:spPr/>
    </dgm:pt>
    <dgm:pt modelId="{763C1B41-031A-4D8C-8CBF-A4459EAE84A9}" type="pres">
      <dgm:prSet presAssocID="{925C971A-CB6D-49A3-8D41-20C233753180}" presName="hierChild6" presStyleCnt="0"/>
      <dgm:spPr/>
    </dgm:pt>
    <dgm:pt modelId="{856FA79D-85C3-4877-B3FE-8FEEAAAC3028}" type="pres">
      <dgm:prSet presAssocID="{925C971A-CB6D-49A3-8D41-20C233753180}" presName="hierChild7" presStyleCnt="0"/>
      <dgm:spPr/>
    </dgm:pt>
    <dgm:pt modelId="{FD99C4F7-B853-47D9-8B84-BCEA6C970EAB}" type="pres">
      <dgm:prSet presAssocID="{51199B09-99DE-4DFE-A1F1-CD208D4237DF}" presName="Name111" presStyleLbl="parChTrans1D3" presStyleIdx="4" presStyleCnt="6"/>
      <dgm:spPr/>
    </dgm:pt>
    <dgm:pt modelId="{C23DB67E-B535-4223-8263-A24418471373}" type="pres">
      <dgm:prSet presAssocID="{183203F5-451A-4F9E-A980-93ED21086D70}" presName="hierRoot3" presStyleCnt="0">
        <dgm:presLayoutVars>
          <dgm:hierBranch val="init"/>
        </dgm:presLayoutVars>
      </dgm:prSet>
      <dgm:spPr/>
    </dgm:pt>
    <dgm:pt modelId="{0D3BEA79-315A-47C7-AA6D-38987766517F}" type="pres">
      <dgm:prSet presAssocID="{183203F5-451A-4F9E-A980-93ED21086D70}" presName="rootComposite3" presStyleCnt="0"/>
      <dgm:spPr/>
    </dgm:pt>
    <dgm:pt modelId="{0CDFA4D0-DB6C-4543-B886-124D593E0231}" type="pres">
      <dgm:prSet presAssocID="{183203F5-451A-4F9E-A980-93ED21086D70}" presName="rootText3" presStyleLbl="asst1" presStyleIdx="11" presStyleCnt="13">
        <dgm:presLayoutVars>
          <dgm:chPref val="3"/>
        </dgm:presLayoutVars>
      </dgm:prSet>
      <dgm:spPr/>
    </dgm:pt>
    <dgm:pt modelId="{E6CBB106-EFB3-43D5-8BA5-3A9F22C2441D}" type="pres">
      <dgm:prSet presAssocID="{183203F5-451A-4F9E-A980-93ED21086D70}" presName="rootConnector3" presStyleLbl="asst1" presStyleIdx="11" presStyleCnt="13"/>
      <dgm:spPr/>
    </dgm:pt>
    <dgm:pt modelId="{F2C1C714-D554-4F82-B038-50EBCBFB8ED7}" type="pres">
      <dgm:prSet presAssocID="{183203F5-451A-4F9E-A980-93ED21086D70}" presName="hierChild6" presStyleCnt="0"/>
      <dgm:spPr/>
    </dgm:pt>
    <dgm:pt modelId="{87771C52-6198-4573-B802-1ABDB2DF3B85}" type="pres">
      <dgm:prSet presAssocID="{183203F5-451A-4F9E-A980-93ED21086D70}" presName="hierChild7" presStyleCnt="0"/>
      <dgm:spPr/>
    </dgm:pt>
    <dgm:pt modelId="{6BCACC5C-36FC-4069-802C-FBA327CC4B4A}" type="pres">
      <dgm:prSet presAssocID="{D0518DCE-1AD7-4353-99F1-78AA2580A29C}" presName="Name111" presStyleLbl="parChTrans1D3" presStyleIdx="5" presStyleCnt="6"/>
      <dgm:spPr/>
    </dgm:pt>
    <dgm:pt modelId="{7FD1001F-B4ED-45CF-A6BC-7118CE22212E}" type="pres">
      <dgm:prSet presAssocID="{8E4FCFC7-7756-4194-B5BE-2FF6A87C8469}" presName="hierRoot3" presStyleCnt="0">
        <dgm:presLayoutVars>
          <dgm:hierBranch val="init"/>
        </dgm:presLayoutVars>
      </dgm:prSet>
      <dgm:spPr/>
    </dgm:pt>
    <dgm:pt modelId="{71CE3CF3-5C0E-4D2E-9F6E-7F03F5DF6B53}" type="pres">
      <dgm:prSet presAssocID="{8E4FCFC7-7756-4194-B5BE-2FF6A87C8469}" presName="rootComposite3" presStyleCnt="0"/>
      <dgm:spPr/>
    </dgm:pt>
    <dgm:pt modelId="{DC727452-8D30-401C-B291-892F0EEF037D}" type="pres">
      <dgm:prSet presAssocID="{8E4FCFC7-7756-4194-B5BE-2FF6A87C8469}" presName="rootText3" presStyleLbl="asst1" presStyleIdx="12" presStyleCnt="13">
        <dgm:presLayoutVars>
          <dgm:chPref val="3"/>
        </dgm:presLayoutVars>
      </dgm:prSet>
      <dgm:spPr/>
    </dgm:pt>
    <dgm:pt modelId="{D643B681-DFE9-426C-91E9-1D0ADAF05AA0}" type="pres">
      <dgm:prSet presAssocID="{8E4FCFC7-7756-4194-B5BE-2FF6A87C8469}" presName="rootConnector3" presStyleLbl="asst1" presStyleIdx="12" presStyleCnt="13"/>
      <dgm:spPr/>
    </dgm:pt>
    <dgm:pt modelId="{55EBC14A-6166-459F-8BE2-037CC0A38D66}" type="pres">
      <dgm:prSet presAssocID="{8E4FCFC7-7756-4194-B5BE-2FF6A87C8469}" presName="hierChild6" presStyleCnt="0"/>
      <dgm:spPr/>
    </dgm:pt>
    <dgm:pt modelId="{C9B7CB6F-8560-474C-BCC3-0F3E8679EE72}" type="pres">
      <dgm:prSet presAssocID="{8E4FCFC7-7756-4194-B5BE-2FF6A87C8469}" presName="hierChild7" presStyleCnt="0"/>
      <dgm:spPr/>
    </dgm:pt>
  </dgm:ptLst>
  <dgm:cxnLst>
    <dgm:cxn modelId="{EA477501-34E5-4312-BBD1-4FC9DFAC1C81}" type="presOf" srcId="{4F9E0C9C-4A4F-4886-BD76-A5F9A69024B3}" destId="{5CC7B2F4-22CD-4440-B9E4-658CDA114D8F}" srcOrd="1" destOrd="0" presId="urn:microsoft.com/office/officeart/2005/8/layout/orgChart1"/>
    <dgm:cxn modelId="{F2E29B09-ACC8-48A8-9D6A-68D98A6F285E}" type="presOf" srcId="{0ADF18C2-4DD0-4D3A-AA73-EEB379FB9F8F}" destId="{83D16CDE-C1D2-4560-BB98-C56F48D04175}" srcOrd="0" destOrd="0" presId="urn:microsoft.com/office/officeart/2005/8/layout/orgChart1"/>
    <dgm:cxn modelId="{0DD8F30F-AB15-469E-981F-B3900611AA0E}" srcId="{4F9E0C9C-4A4F-4886-BD76-A5F9A69024B3}" destId="{167A361C-B4BD-4DB8-B75E-8EE2348826B6}" srcOrd="5" destOrd="0" parTransId="{D1C8850C-643C-4DE9-BE58-274D343F2BFC}" sibTransId="{463A5BC5-B801-4EB5-9C8F-73842B74375D}"/>
    <dgm:cxn modelId="{872D5016-623E-428D-9E44-EFF9C5F41888}" srcId="{925C971A-CB6D-49A3-8D41-20C233753180}" destId="{183203F5-451A-4F9E-A980-93ED21086D70}" srcOrd="0" destOrd="0" parTransId="{51199B09-99DE-4DFE-A1F1-CD208D4237DF}" sibTransId="{1069C1F4-6C53-457C-B5D3-8BC91F351E4D}"/>
    <dgm:cxn modelId="{BDCB3E1A-34A5-4361-88BF-455E6454A9E0}" type="presOf" srcId="{FB47CD59-E79E-40C2-93D5-B80B405DCFF4}" destId="{DDFA5FD4-6E0C-4D47-AB70-2819FB6B4B8E}" srcOrd="0" destOrd="0" presId="urn:microsoft.com/office/officeart/2005/8/layout/orgChart1"/>
    <dgm:cxn modelId="{1E56861B-A33C-4DF8-B652-346B802A523E}" type="presOf" srcId="{5DB553A4-4F8C-4975-B072-E6246F05EC33}" destId="{34DB3B43-7176-4C44-9E10-79425ABCA171}" srcOrd="1" destOrd="0" presId="urn:microsoft.com/office/officeart/2005/8/layout/orgChart1"/>
    <dgm:cxn modelId="{EC7BC01B-E351-4146-A477-6EC92C78CE8B}" type="presOf" srcId="{C1280B6B-4A37-486D-8ADA-3DCF34B94ADC}" destId="{71A48F78-CD89-44C1-8681-D67B3AEB7B3E}" srcOrd="0" destOrd="0" presId="urn:microsoft.com/office/officeart/2005/8/layout/orgChart1"/>
    <dgm:cxn modelId="{F432641D-EF98-4C25-9AD3-166932936C0C}" type="presOf" srcId="{167A361C-B4BD-4DB8-B75E-8EE2348826B6}" destId="{9AC2F8AC-83B3-4663-857F-0199F9915AF4}" srcOrd="0" destOrd="0" presId="urn:microsoft.com/office/officeart/2005/8/layout/orgChart1"/>
    <dgm:cxn modelId="{34698C25-A9D1-4009-A798-72CE57BBBAFF}" type="presOf" srcId="{9FFC5BC4-D557-4A57-8847-169E22729CD2}" destId="{CB5ED01B-241A-4DCE-8AFA-F241C3FD9B4B}" srcOrd="0" destOrd="0" presId="urn:microsoft.com/office/officeart/2005/8/layout/orgChart1"/>
    <dgm:cxn modelId="{09C35229-92FB-48F2-A0FB-A37840907F30}" type="presOf" srcId="{CC6546A0-2760-4696-AFAD-E27D076A66DD}" destId="{59AD3A0F-E181-4562-B631-03B6A926D887}" srcOrd="0" destOrd="0" presId="urn:microsoft.com/office/officeart/2005/8/layout/orgChart1"/>
    <dgm:cxn modelId="{2334492F-EB23-4B16-819B-87C4EA3E6D81}" type="presOf" srcId="{183203F5-451A-4F9E-A980-93ED21086D70}" destId="{0CDFA4D0-DB6C-4543-B886-124D593E0231}" srcOrd="0" destOrd="0" presId="urn:microsoft.com/office/officeart/2005/8/layout/orgChart1"/>
    <dgm:cxn modelId="{6164952F-E671-49AA-82D4-E3319FEEE17D}" type="presOf" srcId="{BD5DE0F9-66CF-48FB-BF2A-3D12A78A9661}" destId="{DE893B2D-413F-482E-A875-89BC090D4879}" srcOrd="0" destOrd="0" presId="urn:microsoft.com/office/officeart/2005/8/layout/orgChart1"/>
    <dgm:cxn modelId="{615A6031-9056-48D1-B27C-30C187C09D5B}" type="presOf" srcId="{51199B09-99DE-4DFE-A1F1-CD208D4237DF}" destId="{FD99C4F7-B853-47D9-8B84-BCEA6C970EAB}" srcOrd="0" destOrd="0" presId="urn:microsoft.com/office/officeart/2005/8/layout/orgChart1"/>
    <dgm:cxn modelId="{63210134-A7A7-413B-AD20-1F12B7194BE4}" type="presOf" srcId="{9FFC5BC4-D557-4A57-8847-169E22729CD2}" destId="{A70681EC-66D0-40F4-A6C4-638496B7399C}" srcOrd="1" destOrd="0" presId="urn:microsoft.com/office/officeart/2005/8/layout/orgChart1"/>
    <dgm:cxn modelId="{DF256639-F251-47B0-8181-22A06051272D}" type="presOf" srcId="{925C971A-CB6D-49A3-8D41-20C233753180}" destId="{4DDCAFD6-FE2D-417A-8F9B-37ED080E8170}" srcOrd="0" destOrd="0" presId="urn:microsoft.com/office/officeart/2005/8/layout/orgChart1"/>
    <dgm:cxn modelId="{8C94CD39-27D3-4001-9D73-B8E6B2CCFE76}" type="presOf" srcId="{C311619D-51EE-4C12-ABA6-9CE232E8D6B4}" destId="{F8845AC6-3F03-4DDD-AA73-253CE5F51609}" srcOrd="0" destOrd="0" presId="urn:microsoft.com/office/officeart/2005/8/layout/orgChart1"/>
    <dgm:cxn modelId="{9D2A0C3F-96F5-465D-BA95-66CA6129F251}" type="presOf" srcId="{D1C8850C-643C-4DE9-BE58-274D343F2BFC}" destId="{1B01FD08-9F08-4678-A7BE-ED54AD5FC3C7}" srcOrd="0" destOrd="0" presId="urn:microsoft.com/office/officeart/2005/8/layout/orgChart1"/>
    <dgm:cxn modelId="{37C8005B-4B7C-473D-9086-F87E78FCCD5E}" type="presOf" srcId="{3DEA0A9F-7738-4540-B191-8924AED8EDC1}" destId="{54274028-D79B-4897-96C5-46C59D586116}" srcOrd="0" destOrd="0" presId="urn:microsoft.com/office/officeart/2005/8/layout/orgChart1"/>
    <dgm:cxn modelId="{839D485B-B9C5-4183-8C14-D69DA252C521}" type="presOf" srcId="{8E4FCFC7-7756-4194-B5BE-2FF6A87C8469}" destId="{DC727452-8D30-401C-B291-892F0EEF037D}" srcOrd="0" destOrd="0" presId="urn:microsoft.com/office/officeart/2005/8/layout/orgChart1"/>
    <dgm:cxn modelId="{EF1E0966-E4D5-4870-A3CD-467D390D4297}" type="presOf" srcId="{9FB5B0F7-321A-49B8-8EA0-A1DA501B7B2D}" destId="{496DBD84-DE58-4CCB-8423-F7228A4068F9}" srcOrd="0" destOrd="0" presId="urn:microsoft.com/office/officeart/2005/8/layout/orgChart1"/>
    <dgm:cxn modelId="{A62D3566-E5EF-4612-9C5B-979FB9A5184E}" type="presOf" srcId="{167A361C-B4BD-4DB8-B75E-8EE2348826B6}" destId="{5EA5DAB2-A5E5-49BF-A040-F581002CD57E}" srcOrd="1" destOrd="0" presId="urn:microsoft.com/office/officeart/2005/8/layout/orgChart1"/>
    <dgm:cxn modelId="{634E434D-C46A-48DC-BC05-576351231C18}" type="presOf" srcId="{4C5D99F1-97D5-4242-AE76-BBBAE36E4EF9}" destId="{4DE3AD4E-6110-4A16-8B1D-7B29E61B76FC}" srcOrd="0" destOrd="0" presId="urn:microsoft.com/office/officeart/2005/8/layout/orgChart1"/>
    <dgm:cxn modelId="{443CBB73-EF5F-4FB8-8796-3A72E41D9B7E}" srcId="{167A361C-B4BD-4DB8-B75E-8EE2348826B6}" destId="{CC6546A0-2760-4696-AFAD-E27D076A66DD}" srcOrd="0" destOrd="0" parTransId="{13B7030C-373B-421A-BEF6-AE545DABC53E}" sibTransId="{794E2E05-13A8-43E6-B03A-10277CEAECA9}"/>
    <dgm:cxn modelId="{AA8F3957-5901-4C43-BDFC-93ED89872E3B}" type="presOf" srcId="{59A0FC41-2EB4-4058-B743-169EE0386C19}" destId="{3065C51B-9AF9-48BB-A07A-1F7946194D6C}" srcOrd="0" destOrd="0" presId="urn:microsoft.com/office/officeart/2005/8/layout/orgChart1"/>
    <dgm:cxn modelId="{4478217F-6B3E-4921-8AFF-0E6970DF7E73}" type="presOf" srcId="{871D1CBA-9A59-4E2B-B4B7-338949569276}" destId="{BACBDE41-A4A2-4ACB-BB4D-CB3B42E736A8}" srcOrd="0" destOrd="0" presId="urn:microsoft.com/office/officeart/2005/8/layout/orgChart1"/>
    <dgm:cxn modelId="{B514D482-E6C5-4602-B936-8CA7991D82BD}" type="presOf" srcId="{925C971A-CB6D-49A3-8D41-20C233753180}" destId="{D937F778-7DD7-4A9B-935B-A53064E8741D}" srcOrd="1" destOrd="0" presId="urn:microsoft.com/office/officeart/2005/8/layout/orgChart1"/>
    <dgm:cxn modelId="{A3A8118C-E621-4F98-B306-6B30839D88A3}" srcId="{4F9E0C9C-4A4F-4886-BD76-A5F9A69024B3}" destId="{3DEA0A9F-7738-4540-B191-8924AED8EDC1}" srcOrd="1" destOrd="0" parTransId="{53B7F039-31D5-4CFE-8C3F-C147F3BF7608}" sibTransId="{7CE5165A-5533-48D3-B65F-D9F965E24176}"/>
    <dgm:cxn modelId="{3EEC7098-A969-413C-99AF-7384A9AB42A5}" srcId="{167A361C-B4BD-4DB8-B75E-8EE2348826B6}" destId="{09AA93C8-DBB2-4414-9350-5736CB646C29}" srcOrd="2" destOrd="0" parTransId="{75F0B079-EE1F-4534-A0FC-E186D54AB383}" sibTransId="{7B31597A-A882-49CB-8376-FCD21C8007B8}"/>
    <dgm:cxn modelId="{34C6B49F-C545-4363-80DE-FC43771913DA}" type="presOf" srcId="{13B7030C-373B-421A-BEF6-AE545DABC53E}" destId="{77FE6527-7972-43D1-A954-C77798EEEA96}" srcOrd="0" destOrd="0" presId="urn:microsoft.com/office/officeart/2005/8/layout/orgChart1"/>
    <dgm:cxn modelId="{F8DD92A1-8F15-46C3-B33C-A10375A06586}" type="presOf" srcId="{3DEA0A9F-7738-4540-B191-8924AED8EDC1}" destId="{DD9B2C51-59C5-43BA-8A60-8B69042E862B}" srcOrd="1" destOrd="0" presId="urn:microsoft.com/office/officeart/2005/8/layout/orgChart1"/>
    <dgm:cxn modelId="{C59401A3-8402-4745-AC4E-F03009118A6D}" type="presOf" srcId="{5DB553A4-4F8C-4975-B072-E6246F05EC33}" destId="{3FA41E96-DD50-4C7D-B5FF-0337FB3009DF}" srcOrd="0" destOrd="0" presId="urn:microsoft.com/office/officeart/2005/8/layout/orgChart1"/>
    <dgm:cxn modelId="{9BAF48A5-8710-45B2-82DA-5276F9B8F4CA}" type="presOf" srcId="{09AA93C8-DBB2-4414-9350-5736CB646C29}" destId="{75642524-8EA7-481F-9B69-36BA14DF4348}" srcOrd="1" destOrd="0" presId="urn:microsoft.com/office/officeart/2005/8/layout/orgChart1"/>
    <dgm:cxn modelId="{2450F6A6-A294-48B9-B477-E09E92DF0206}" srcId="{871D1CBA-9A59-4E2B-B4B7-338949569276}" destId="{BD5DE0F9-66CF-48FB-BF2A-3D12A78A9661}" srcOrd="0" destOrd="0" parTransId="{9FB5B0F7-321A-49B8-8EA0-A1DA501B7B2D}" sibTransId="{F4CC3D7C-024A-4AEA-B368-DFE2C228925F}"/>
    <dgm:cxn modelId="{E8B106A8-9273-46CE-9106-098FFD4910E7}" type="presOf" srcId="{871D1CBA-9A59-4E2B-B4B7-338949569276}" destId="{1A1F36CB-A397-4C16-AC6A-37AAD4B01A5C}" srcOrd="1" destOrd="0" presId="urn:microsoft.com/office/officeart/2005/8/layout/orgChart1"/>
    <dgm:cxn modelId="{13C031AD-6737-45CB-8D08-492F44FCAD03}" type="presOf" srcId="{4F9E0C9C-4A4F-4886-BD76-A5F9A69024B3}" destId="{41416E48-DDE5-4AE3-A623-ABAD3F4B4023}" srcOrd="0" destOrd="0" presId="urn:microsoft.com/office/officeart/2005/8/layout/orgChart1"/>
    <dgm:cxn modelId="{0713FDB0-8A5B-46A5-A6D8-4B218626B032}" type="presOf" srcId="{42B98A68-3561-43CE-B5B4-6D94CDD0CA50}" destId="{A649B825-E1D3-446C-B01D-392CBDC7E50E}" srcOrd="0" destOrd="0" presId="urn:microsoft.com/office/officeart/2005/8/layout/orgChart1"/>
    <dgm:cxn modelId="{8BF983B3-0B43-421E-B2C1-2F08136B5F0C}" srcId="{4F9E0C9C-4A4F-4886-BD76-A5F9A69024B3}" destId="{9FFC5BC4-D557-4A57-8847-169E22729CD2}" srcOrd="4" destOrd="0" parTransId="{59A0FC41-2EB4-4058-B743-169EE0386C19}" sibTransId="{25A1BA70-351D-42C5-8CF0-A485B2E7185A}"/>
    <dgm:cxn modelId="{61938AB5-9513-4F29-8C7D-11A6A1488C19}" type="presOf" srcId="{BD5DE0F9-66CF-48FB-BF2A-3D12A78A9661}" destId="{4DE4E2DF-4417-459B-B0C9-57504662D440}" srcOrd="1" destOrd="0" presId="urn:microsoft.com/office/officeart/2005/8/layout/orgChart1"/>
    <dgm:cxn modelId="{7C584CB9-53BF-47D3-A847-11F92ADE752F}" srcId="{4F9E0C9C-4A4F-4886-BD76-A5F9A69024B3}" destId="{871D1CBA-9A59-4E2B-B4B7-338949569276}" srcOrd="2" destOrd="0" parTransId="{42B98A68-3561-43CE-B5B4-6D94CDD0CA50}" sibTransId="{DE19068D-0B01-4AC1-8B08-C3B8B5D601BD}"/>
    <dgm:cxn modelId="{019025BA-2650-46C5-9B27-786EECA9DC1B}" type="presOf" srcId="{FD43582C-30C7-4500-9BCD-30D39225BFD2}" destId="{549295E8-9EA8-40EE-89C1-0D2BBA6FBEC3}" srcOrd="0" destOrd="0" presId="urn:microsoft.com/office/officeart/2005/8/layout/orgChart1"/>
    <dgm:cxn modelId="{4594A8BC-FEC5-4D6F-BD32-73EE6600CD13}" srcId="{925C971A-CB6D-49A3-8D41-20C233753180}" destId="{8E4FCFC7-7756-4194-B5BE-2FF6A87C8469}" srcOrd="1" destOrd="0" parTransId="{D0518DCE-1AD7-4353-99F1-78AA2580A29C}" sibTransId="{7056232D-FB92-4097-878E-5698482FC1A8}"/>
    <dgm:cxn modelId="{3B2EBCC7-0E59-4E79-B68B-49FA31E4B4E1}" type="presOf" srcId="{53B7F039-31D5-4CFE-8C3F-C147F3BF7608}" destId="{CF3E2933-E4E6-4934-BB45-DCB84348EA6D}" srcOrd="0" destOrd="0" presId="urn:microsoft.com/office/officeart/2005/8/layout/orgChart1"/>
    <dgm:cxn modelId="{707D8DCB-8804-4B7C-9DE5-985FC925F1FC}" srcId="{4F9E0C9C-4A4F-4886-BD76-A5F9A69024B3}" destId="{925C971A-CB6D-49A3-8D41-20C233753180}" srcOrd="6" destOrd="0" parTransId="{4C5D99F1-97D5-4242-AE76-BBBAE36E4EF9}" sibTransId="{A735E29D-284A-4906-B46E-6BA1438D19D9}"/>
    <dgm:cxn modelId="{DB3791D0-CF7A-4545-AF76-DFE6B19621EF}" srcId="{4F9E0C9C-4A4F-4886-BD76-A5F9A69024B3}" destId="{FD43582C-30C7-4500-9BCD-30D39225BFD2}" srcOrd="3" destOrd="0" parTransId="{E38EA54A-2D65-45F8-9B18-24AAFE814E9A}" sibTransId="{BF2752C2-C7FF-44F8-A1E5-450D5EF1F70C}"/>
    <dgm:cxn modelId="{EC635ED1-8338-4799-A04F-B083A40C3667}" type="presOf" srcId="{8E4FCFC7-7756-4194-B5BE-2FF6A87C8469}" destId="{D643B681-DFE9-426C-91E9-1D0ADAF05AA0}" srcOrd="1" destOrd="0" presId="urn:microsoft.com/office/officeart/2005/8/layout/orgChart1"/>
    <dgm:cxn modelId="{8AA759D7-7502-44D8-AB0B-EC5F7D82DD16}" type="presOf" srcId="{FD43582C-30C7-4500-9BCD-30D39225BFD2}" destId="{08DE1B0E-9329-45A6-8CC4-EDFF55216A2D}" srcOrd="1" destOrd="0" presId="urn:microsoft.com/office/officeart/2005/8/layout/orgChart1"/>
    <dgm:cxn modelId="{6AA6F3D9-29D5-44C8-A4C8-54E51AE54CBB}" srcId="{C1280B6B-4A37-486D-8ADA-3DCF34B94ADC}" destId="{4F9E0C9C-4A4F-4886-BD76-A5F9A69024B3}" srcOrd="0" destOrd="0" parTransId="{17EE9649-7A4C-44CA-83BD-A92430685D62}" sibTransId="{F19EDADC-DBFE-48B0-BCA5-BAD208ACC1DD}"/>
    <dgm:cxn modelId="{8DCF0BDE-9A04-44F2-8F04-1F1D6B735DD8}" srcId="{4F9E0C9C-4A4F-4886-BD76-A5F9A69024B3}" destId="{0ADF18C2-4DD0-4D3A-AA73-EEB379FB9F8F}" srcOrd="0" destOrd="0" parTransId="{C311619D-51EE-4C12-ABA6-9CE232E8D6B4}" sibTransId="{48A84844-D1F9-4CE6-85BC-8360234B7AA3}"/>
    <dgm:cxn modelId="{DBD579E3-9A77-469E-8021-E33144337220}" type="presOf" srcId="{0ADF18C2-4DD0-4D3A-AA73-EEB379FB9F8F}" destId="{45BB66FC-17E6-4B48-B761-F404C5FEBCF5}" srcOrd="1" destOrd="0" presId="urn:microsoft.com/office/officeart/2005/8/layout/orgChart1"/>
    <dgm:cxn modelId="{852F45E4-4805-41F5-B23B-E5C69D53D9EC}" type="presOf" srcId="{D0518DCE-1AD7-4353-99F1-78AA2580A29C}" destId="{6BCACC5C-36FC-4069-802C-FBA327CC4B4A}" srcOrd="0" destOrd="0" presId="urn:microsoft.com/office/officeart/2005/8/layout/orgChart1"/>
    <dgm:cxn modelId="{FF2A37E5-1B06-4418-9BC4-445CD3BB0AEA}" type="presOf" srcId="{09AA93C8-DBB2-4414-9350-5736CB646C29}" destId="{4D4B2D75-5384-4438-84F0-04416FC8EBCE}" srcOrd="0" destOrd="0" presId="urn:microsoft.com/office/officeart/2005/8/layout/orgChart1"/>
    <dgm:cxn modelId="{638142E5-D49C-4E5A-BBDE-C326B227B1D5}" type="presOf" srcId="{CC6546A0-2760-4696-AFAD-E27D076A66DD}" destId="{3FEFB4B3-A480-406B-994F-48D03A24C69E}" srcOrd="1" destOrd="0" presId="urn:microsoft.com/office/officeart/2005/8/layout/orgChart1"/>
    <dgm:cxn modelId="{2B30E7EE-D011-4CCE-BC2A-CEF9C3040274}" type="presOf" srcId="{183203F5-451A-4F9E-A980-93ED21086D70}" destId="{E6CBB106-EFB3-43D5-8BA5-3A9F22C2441D}" srcOrd="1" destOrd="0" presId="urn:microsoft.com/office/officeart/2005/8/layout/orgChart1"/>
    <dgm:cxn modelId="{9311B0F6-F60C-43B3-900B-649BB1C15FFF}" type="presOf" srcId="{E38EA54A-2D65-45F8-9B18-24AAFE814E9A}" destId="{99624D11-3768-49F0-A22A-F5970DEF9410}" srcOrd="0" destOrd="0" presId="urn:microsoft.com/office/officeart/2005/8/layout/orgChart1"/>
    <dgm:cxn modelId="{075EC1FB-F2B0-4989-B45A-4227EB733682}" type="presOf" srcId="{75F0B079-EE1F-4534-A0FC-E186D54AB383}" destId="{38A93A73-2282-4D33-BE39-07AE7CD5F72D}" srcOrd="0" destOrd="0" presId="urn:microsoft.com/office/officeart/2005/8/layout/orgChart1"/>
    <dgm:cxn modelId="{07218CFD-6A95-49F6-82AD-2DE719B3B6B6}" srcId="{167A361C-B4BD-4DB8-B75E-8EE2348826B6}" destId="{5DB553A4-4F8C-4975-B072-E6246F05EC33}" srcOrd="1" destOrd="0" parTransId="{FB47CD59-E79E-40C2-93D5-B80B405DCFF4}" sibTransId="{017AB3C6-DD00-4110-882B-C3AFDAF103F7}"/>
    <dgm:cxn modelId="{5D2832EE-D4D7-47CB-A534-557F54DE51A5}" type="presParOf" srcId="{71A48F78-CD89-44C1-8681-D67B3AEB7B3E}" destId="{2480E801-6FB6-4B4E-9BBA-FD427DBE7AEC}" srcOrd="0" destOrd="0" presId="urn:microsoft.com/office/officeart/2005/8/layout/orgChart1"/>
    <dgm:cxn modelId="{A04118E2-30E8-4D08-BACC-9C63817880C2}" type="presParOf" srcId="{2480E801-6FB6-4B4E-9BBA-FD427DBE7AEC}" destId="{34DA95D4-E5C3-46AE-BBA7-CE98CD794834}" srcOrd="0" destOrd="0" presId="urn:microsoft.com/office/officeart/2005/8/layout/orgChart1"/>
    <dgm:cxn modelId="{1882F060-BD31-4649-8DE6-FD68B60C0A2A}" type="presParOf" srcId="{34DA95D4-E5C3-46AE-BBA7-CE98CD794834}" destId="{41416E48-DDE5-4AE3-A623-ABAD3F4B4023}" srcOrd="0" destOrd="0" presId="urn:microsoft.com/office/officeart/2005/8/layout/orgChart1"/>
    <dgm:cxn modelId="{099A22B7-0CB8-4F13-8B9C-C6804FE531B5}" type="presParOf" srcId="{34DA95D4-E5C3-46AE-BBA7-CE98CD794834}" destId="{5CC7B2F4-22CD-4440-B9E4-658CDA114D8F}" srcOrd="1" destOrd="0" presId="urn:microsoft.com/office/officeart/2005/8/layout/orgChart1"/>
    <dgm:cxn modelId="{EAA8CC01-1CE2-4998-B606-B2069F9FED72}" type="presParOf" srcId="{2480E801-6FB6-4B4E-9BBA-FD427DBE7AEC}" destId="{0A9130DF-A9F9-48B5-91B1-3B1DCE0DC412}" srcOrd="1" destOrd="0" presId="urn:microsoft.com/office/officeart/2005/8/layout/orgChart1"/>
    <dgm:cxn modelId="{86885C47-9557-4CB5-96D3-C340E43EF167}" type="presParOf" srcId="{2480E801-6FB6-4B4E-9BBA-FD427DBE7AEC}" destId="{5FABEA9E-95F6-4EE6-AD46-348794F275AB}" srcOrd="2" destOrd="0" presId="urn:microsoft.com/office/officeart/2005/8/layout/orgChart1"/>
    <dgm:cxn modelId="{614B2440-64D0-419B-8988-F3D825C1F01F}" type="presParOf" srcId="{5FABEA9E-95F6-4EE6-AD46-348794F275AB}" destId="{F8845AC6-3F03-4DDD-AA73-253CE5F51609}" srcOrd="0" destOrd="0" presId="urn:microsoft.com/office/officeart/2005/8/layout/orgChart1"/>
    <dgm:cxn modelId="{7EE26FAE-A51C-43C4-B93D-88913C4B2665}" type="presParOf" srcId="{5FABEA9E-95F6-4EE6-AD46-348794F275AB}" destId="{D330B158-9948-4F3C-B89D-72FB56DA9403}" srcOrd="1" destOrd="0" presId="urn:microsoft.com/office/officeart/2005/8/layout/orgChart1"/>
    <dgm:cxn modelId="{164DBBF7-6453-4A8E-88DB-B4A86D11C78D}" type="presParOf" srcId="{D330B158-9948-4F3C-B89D-72FB56DA9403}" destId="{EC3996D8-7A3B-41A5-8D57-6AA0858B57F3}" srcOrd="0" destOrd="0" presId="urn:microsoft.com/office/officeart/2005/8/layout/orgChart1"/>
    <dgm:cxn modelId="{CAFB4867-051F-4353-97F1-F0F60C073CA9}" type="presParOf" srcId="{EC3996D8-7A3B-41A5-8D57-6AA0858B57F3}" destId="{83D16CDE-C1D2-4560-BB98-C56F48D04175}" srcOrd="0" destOrd="0" presId="urn:microsoft.com/office/officeart/2005/8/layout/orgChart1"/>
    <dgm:cxn modelId="{C3228801-E75C-4D9C-8694-C27501F966C1}" type="presParOf" srcId="{EC3996D8-7A3B-41A5-8D57-6AA0858B57F3}" destId="{45BB66FC-17E6-4B48-B761-F404C5FEBCF5}" srcOrd="1" destOrd="0" presId="urn:microsoft.com/office/officeart/2005/8/layout/orgChart1"/>
    <dgm:cxn modelId="{9F796D2A-4EB6-49C0-8672-9CB362DFC3EC}" type="presParOf" srcId="{D330B158-9948-4F3C-B89D-72FB56DA9403}" destId="{2DEA436B-5171-48D6-A06C-2E10FC8FDF59}" srcOrd="1" destOrd="0" presId="urn:microsoft.com/office/officeart/2005/8/layout/orgChart1"/>
    <dgm:cxn modelId="{EA2C03BD-CC25-47CA-840B-A0C0A7415633}" type="presParOf" srcId="{D330B158-9948-4F3C-B89D-72FB56DA9403}" destId="{6628A2EA-D10D-4BE8-A5E4-699C59860576}" srcOrd="2" destOrd="0" presId="urn:microsoft.com/office/officeart/2005/8/layout/orgChart1"/>
    <dgm:cxn modelId="{FDAD9FDA-85D5-49F5-ACC2-66D5B4324B01}" type="presParOf" srcId="{5FABEA9E-95F6-4EE6-AD46-348794F275AB}" destId="{CF3E2933-E4E6-4934-BB45-DCB84348EA6D}" srcOrd="2" destOrd="0" presId="urn:microsoft.com/office/officeart/2005/8/layout/orgChart1"/>
    <dgm:cxn modelId="{CFE840FE-D0A8-4D1E-BCAC-2537B5711853}" type="presParOf" srcId="{5FABEA9E-95F6-4EE6-AD46-348794F275AB}" destId="{8988529D-D99B-44AA-89B5-7C46CCFE4719}" srcOrd="3" destOrd="0" presId="urn:microsoft.com/office/officeart/2005/8/layout/orgChart1"/>
    <dgm:cxn modelId="{BB3B3BBE-1B89-41E6-ADB9-F87BC6FEF69C}" type="presParOf" srcId="{8988529D-D99B-44AA-89B5-7C46CCFE4719}" destId="{B840466B-2063-4414-9652-D84BAC6CC905}" srcOrd="0" destOrd="0" presId="urn:microsoft.com/office/officeart/2005/8/layout/orgChart1"/>
    <dgm:cxn modelId="{899493A6-C2DC-40BD-ACC9-5CA67CB325B9}" type="presParOf" srcId="{B840466B-2063-4414-9652-D84BAC6CC905}" destId="{54274028-D79B-4897-96C5-46C59D586116}" srcOrd="0" destOrd="0" presId="urn:microsoft.com/office/officeart/2005/8/layout/orgChart1"/>
    <dgm:cxn modelId="{E75D94AF-965E-418A-9DC9-1AB1F5A336AF}" type="presParOf" srcId="{B840466B-2063-4414-9652-D84BAC6CC905}" destId="{DD9B2C51-59C5-43BA-8A60-8B69042E862B}" srcOrd="1" destOrd="0" presId="urn:microsoft.com/office/officeart/2005/8/layout/orgChart1"/>
    <dgm:cxn modelId="{68CF4E08-5E7B-44F5-B93A-042C404F05DB}" type="presParOf" srcId="{8988529D-D99B-44AA-89B5-7C46CCFE4719}" destId="{111AF865-A473-4597-BCD4-308F011CFF85}" srcOrd="1" destOrd="0" presId="urn:microsoft.com/office/officeart/2005/8/layout/orgChart1"/>
    <dgm:cxn modelId="{D2F57465-675E-4612-AB18-0F5E6FE593F4}" type="presParOf" srcId="{8988529D-D99B-44AA-89B5-7C46CCFE4719}" destId="{688A1FBD-B207-4DAE-8373-47C3F0220144}" srcOrd="2" destOrd="0" presId="urn:microsoft.com/office/officeart/2005/8/layout/orgChart1"/>
    <dgm:cxn modelId="{22A924FB-C699-4829-8377-CBB28CB1E150}" type="presParOf" srcId="{5FABEA9E-95F6-4EE6-AD46-348794F275AB}" destId="{A649B825-E1D3-446C-B01D-392CBDC7E50E}" srcOrd="4" destOrd="0" presId="urn:microsoft.com/office/officeart/2005/8/layout/orgChart1"/>
    <dgm:cxn modelId="{8587E2F9-0A06-448B-8603-C20449E23E8C}" type="presParOf" srcId="{5FABEA9E-95F6-4EE6-AD46-348794F275AB}" destId="{6CDD696F-0F1C-48C8-959D-D3637DA642E3}" srcOrd="5" destOrd="0" presId="urn:microsoft.com/office/officeart/2005/8/layout/orgChart1"/>
    <dgm:cxn modelId="{D7E34E8F-F5DC-47AB-858B-F467363FE31D}" type="presParOf" srcId="{6CDD696F-0F1C-48C8-959D-D3637DA642E3}" destId="{05D434EF-3CC5-40B0-BA88-4C9921A76D78}" srcOrd="0" destOrd="0" presId="urn:microsoft.com/office/officeart/2005/8/layout/orgChart1"/>
    <dgm:cxn modelId="{FE2CA5C5-347D-4F49-83C8-821D178E3341}" type="presParOf" srcId="{05D434EF-3CC5-40B0-BA88-4C9921A76D78}" destId="{BACBDE41-A4A2-4ACB-BB4D-CB3B42E736A8}" srcOrd="0" destOrd="0" presId="urn:microsoft.com/office/officeart/2005/8/layout/orgChart1"/>
    <dgm:cxn modelId="{E385197C-8D6D-415E-9E0D-73A261027A32}" type="presParOf" srcId="{05D434EF-3CC5-40B0-BA88-4C9921A76D78}" destId="{1A1F36CB-A397-4C16-AC6A-37AAD4B01A5C}" srcOrd="1" destOrd="0" presId="urn:microsoft.com/office/officeart/2005/8/layout/orgChart1"/>
    <dgm:cxn modelId="{6C7DC03A-38FF-4137-968B-34C9DE6288BF}" type="presParOf" srcId="{6CDD696F-0F1C-48C8-959D-D3637DA642E3}" destId="{160A820E-B39F-489D-949D-831BFD72DFF4}" srcOrd="1" destOrd="0" presId="urn:microsoft.com/office/officeart/2005/8/layout/orgChart1"/>
    <dgm:cxn modelId="{4D4BCB4D-2995-4A51-B1A4-E18A03149796}" type="presParOf" srcId="{6CDD696F-0F1C-48C8-959D-D3637DA642E3}" destId="{C7E65C58-FB0E-4EA1-A8CB-209C64F7397E}" srcOrd="2" destOrd="0" presId="urn:microsoft.com/office/officeart/2005/8/layout/orgChart1"/>
    <dgm:cxn modelId="{107E843D-835F-49F3-8E11-4C8AEFAA4F79}" type="presParOf" srcId="{C7E65C58-FB0E-4EA1-A8CB-209C64F7397E}" destId="{496DBD84-DE58-4CCB-8423-F7228A4068F9}" srcOrd="0" destOrd="0" presId="urn:microsoft.com/office/officeart/2005/8/layout/orgChart1"/>
    <dgm:cxn modelId="{81FFD582-922D-45A7-BBE6-544EF56D1BDA}" type="presParOf" srcId="{C7E65C58-FB0E-4EA1-A8CB-209C64F7397E}" destId="{81FEBB22-B7EC-42D8-ABC9-D8430C03992F}" srcOrd="1" destOrd="0" presId="urn:microsoft.com/office/officeart/2005/8/layout/orgChart1"/>
    <dgm:cxn modelId="{AECE11DD-0EEC-4FF4-B53B-9E279A70BC7B}" type="presParOf" srcId="{81FEBB22-B7EC-42D8-ABC9-D8430C03992F}" destId="{1304369A-C332-4DE3-A735-9D0F653E94AD}" srcOrd="0" destOrd="0" presId="urn:microsoft.com/office/officeart/2005/8/layout/orgChart1"/>
    <dgm:cxn modelId="{2758F249-2AA2-4145-99C4-B84BA63B45FF}" type="presParOf" srcId="{1304369A-C332-4DE3-A735-9D0F653E94AD}" destId="{DE893B2D-413F-482E-A875-89BC090D4879}" srcOrd="0" destOrd="0" presId="urn:microsoft.com/office/officeart/2005/8/layout/orgChart1"/>
    <dgm:cxn modelId="{D51FC21F-61F8-4225-A7F8-716FE5FD2106}" type="presParOf" srcId="{1304369A-C332-4DE3-A735-9D0F653E94AD}" destId="{4DE4E2DF-4417-459B-B0C9-57504662D440}" srcOrd="1" destOrd="0" presId="urn:microsoft.com/office/officeart/2005/8/layout/orgChart1"/>
    <dgm:cxn modelId="{FEA6D0C3-88AD-480B-8AC3-B78616C5D894}" type="presParOf" srcId="{81FEBB22-B7EC-42D8-ABC9-D8430C03992F}" destId="{9F3967B3-599D-42E7-9DE4-A5DB67B8829F}" srcOrd="1" destOrd="0" presId="urn:microsoft.com/office/officeart/2005/8/layout/orgChart1"/>
    <dgm:cxn modelId="{19014D0B-57B1-47E3-9D81-C3040F071B18}" type="presParOf" srcId="{81FEBB22-B7EC-42D8-ABC9-D8430C03992F}" destId="{293FE2D7-F86F-42CF-8188-F47757F785F6}" srcOrd="2" destOrd="0" presId="urn:microsoft.com/office/officeart/2005/8/layout/orgChart1"/>
    <dgm:cxn modelId="{B04FDB42-48ED-451D-8D0B-15EDB8A30296}" type="presParOf" srcId="{5FABEA9E-95F6-4EE6-AD46-348794F275AB}" destId="{99624D11-3768-49F0-A22A-F5970DEF9410}" srcOrd="6" destOrd="0" presId="urn:microsoft.com/office/officeart/2005/8/layout/orgChart1"/>
    <dgm:cxn modelId="{44227B62-ECAA-4CB2-9F71-406EDBAC5BB9}" type="presParOf" srcId="{5FABEA9E-95F6-4EE6-AD46-348794F275AB}" destId="{7AA647C3-186B-49C3-BA18-249A38FCFD2D}" srcOrd="7" destOrd="0" presId="urn:microsoft.com/office/officeart/2005/8/layout/orgChart1"/>
    <dgm:cxn modelId="{5F65E8F9-22A2-48ED-9AA9-5818565AFF62}" type="presParOf" srcId="{7AA647C3-186B-49C3-BA18-249A38FCFD2D}" destId="{D81BC1A4-0D3D-4053-86B9-9AEEE71F605D}" srcOrd="0" destOrd="0" presId="urn:microsoft.com/office/officeart/2005/8/layout/orgChart1"/>
    <dgm:cxn modelId="{63056C78-6429-4541-B175-8761247A5F7B}" type="presParOf" srcId="{D81BC1A4-0D3D-4053-86B9-9AEEE71F605D}" destId="{549295E8-9EA8-40EE-89C1-0D2BBA6FBEC3}" srcOrd="0" destOrd="0" presId="urn:microsoft.com/office/officeart/2005/8/layout/orgChart1"/>
    <dgm:cxn modelId="{071DF37E-5720-47D2-8893-DB4AA4643DF9}" type="presParOf" srcId="{D81BC1A4-0D3D-4053-86B9-9AEEE71F605D}" destId="{08DE1B0E-9329-45A6-8CC4-EDFF55216A2D}" srcOrd="1" destOrd="0" presId="urn:microsoft.com/office/officeart/2005/8/layout/orgChart1"/>
    <dgm:cxn modelId="{40F2BB72-B344-4462-8282-05593CC6DFB1}" type="presParOf" srcId="{7AA647C3-186B-49C3-BA18-249A38FCFD2D}" destId="{9202D405-0C2A-488C-ACAB-5AAF63210E05}" srcOrd="1" destOrd="0" presId="urn:microsoft.com/office/officeart/2005/8/layout/orgChart1"/>
    <dgm:cxn modelId="{F226CC4E-E0CB-4811-9DC0-34226C57A17C}" type="presParOf" srcId="{7AA647C3-186B-49C3-BA18-249A38FCFD2D}" destId="{FD6416DB-F9EC-47FC-8404-A1C55AE90F4F}" srcOrd="2" destOrd="0" presId="urn:microsoft.com/office/officeart/2005/8/layout/orgChart1"/>
    <dgm:cxn modelId="{CF9E563A-3BE2-4866-86BD-7C36866C7104}" type="presParOf" srcId="{5FABEA9E-95F6-4EE6-AD46-348794F275AB}" destId="{3065C51B-9AF9-48BB-A07A-1F7946194D6C}" srcOrd="8" destOrd="0" presId="urn:microsoft.com/office/officeart/2005/8/layout/orgChart1"/>
    <dgm:cxn modelId="{8882262B-F4F4-439B-B8EB-B9D805AD161E}" type="presParOf" srcId="{5FABEA9E-95F6-4EE6-AD46-348794F275AB}" destId="{C5CF88A4-BD9C-45CF-A462-DEFEC186951C}" srcOrd="9" destOrd="0" presId="urn:microsoft.com/office/officeart/2005/8/layout/orgChart1"/>
    <dgm:cxn modelId="{CAF2BA93-DDD4-42B9-9158-976378590221}" type="presParOf" srcId="{C5CF88A4-BD9C-45CF-A462-DEFEC186951C}" destId="{9D4A1A0A-47CA-49BE-8C88-C0C7730BBEC7}" srcOrd="0" destOrd="0" presId="urn:microsoft.com/office/officeart/2005/8/layout/orgChart1"/>
    <dgm:cxn modelId="{E7A73840-088E-487E-A222-7B7CA101B423}" type="presParOf" srcId="{9D4A1A0A-47CA-49BE-8C88-C0C7730BBEC7}" destId="{CB5ED01B-241A-4DCE-8AFA-F241C3FD9B4B}" srcOrd="0" destOrd="0" presId="urn:microsoft.com/office/officeart/2005/8/layout/orgChart1"/>
    <dgm:cxn modelId="{6F3F3B37-6A34-420A-ADCD-6410C16766DC}" type="presParOf" srcId="{9D4A1A0A-47CA-49BE-8C88-C0C7730BBEC7}" destId="{A70681EC-66D0-40F4-A6C4-638496B7399C}" srcOrd="1" destOrd="0" presId="urn:microsoft.com/office/officeart/2005/8/layout/orgChart1"/>
    <dgm:cxn modelId="{0E620C8D-6DA3-4704-8FBA-E4A432232EF8}" type="presParOf" srcId="{C5CF88A4-BD9C-45CF-A462-DEFEC186951C}" destId="{B3D3F1F7-485B-429C-843E-E7B6981C26EF}" srcOrd="1" destOrd="0" presId="urn:microsoft.com/office/officeart/2005/8/layout/orgChart1"/>
    <dgm:cxn modelId="{AF7C1692-3471-4F69-82AE-5301F727AF49}" type="presParOf" srcId="{C5CF88A4-BD9C-45CF-A462-DEFEC186951C}" destId="{A0C85631-DDD2-4D76-89B7-E1E34FA77AA5}" srcOrd="2" destOrd="0" presId="urn:microsoft.com/office/officeart/2005/8/layout/orgChart1"/>
    <dgm:cxn modelId="{6020B1BF-9DC4-4793-A611-C769CC0CBC36}" type="presParOf" srcId="{5FABEA9E-95F6-4EE6-AD46-348794F275AB}" destId="{1B01FD08-9F08-4678-A7BE-ED54AD5FC3C7}" srcOrd="10" destOrd="0" presId="urn:microsoft.com/office/officeart/2005/8/layout/orgChart1"/>
    <dgm:cxn modelId="{4FD4117A-BFD3-4D25-B032-E3D6817BC221}" type="presParOf" srcId="{5FABEA9E-95F6-4EE6-AD46-348794F275AB}" destId="{F5E7838D-1DA8-4A6F-98DA-3927B80212E5}" srcOrd="11" destOrd="0" presId="urn:microsoft.com/office/officeart/2005/8/layout/orgChart1"/>
    <dgm:cxn modelId="{9DF2C8C7-4C69-4722-9D05-A78616F9970F}" type="presParOf" srcId="{F5E7838D-1DA8-4A6F-98DA-3927B80212E5}" destId="{4A156646-0645-4DFE-AE4C-3BAA1C93AA6B}" srcOrd="0" destOrd="0" presId="urn:microsoft.com/office/officeart/2005/8/layout/orgChart1"/>
    <dgm:cxn modelId="{1ECB2A8C-E732-46FD-AC46-EBDC5D1EBA6E}" type="presParOf" srcId="{4A156646-0645-4DFE-AE4C-3BAA1C93AA6B}" destId="{9AC2F8AC-83B3-4663-857F-0199F9915AF4}" srcOrd="0" destOrd="0" presId="urn:microsoft.com/office/officeart/2005/8/layout/orgChart1"/>
    <dgm:cxn modelId="{FBDD0CD0-D19E-4816-8358-C6DE3370215B}" type="presParOf" srcId="{4A156646-0645-4DFE-AE4C-3BAA1C93AA6B}" destId="{5EA5DAB2-A5E5-49BF-A040-F581002CD57E}" srcOrd="1" destOrd="0" presId="urn:microsoft.com/office/officeart/2005/8/layout/orgChart1"/>
    <dgm:cxn modelId="{4477E27C-CB96-4C7E-BA02-89575FFCBFB6}" type="presParOf" srcId="{F5E7838D-1DA8-4A6F-98DA-3927B80212E5}" destId="{3470FD6E-B8AB-466E-9523-448587533B19}" srcOrd="1" destOrd="0" presId="urn:microsoft.com/office/officeart/2005/8/layout/orgChart1"/>
    <dgm:cxn modelId="{DB7377A3-3051-4F3A-9262-F4348A0BA0FD}" type="presParOf" srcId="{F5E7838D-1DA8-4A6F-98DA-3927B80212E5}" destId="{003C8FFC-A059-4955-B7B3-61582C8613F3}" srcOrd="2" destOrd="0" presId="urn:microsoft.com/office/officeart/2005/8/layout/orgChart1"/>
    <dgm:cxn modelId="{66C282E9-457C-4D5B-A889-9DE5EB537AB9}" type="presParOf" srcId="{003C8FFC-A059-4955-B7B3-61582C8613F3}" destId="{77FE6527-7972-43D1-A954-C77798EEEA96}" srcOrd="0" destOrd="0" presId="urn:microsoft.com/office/officeart/2005/8/layout/orgChart1"/>
    <dgm:cxn modelId="{8D8907F8-676C-4B5E-A51C-4D93632AAD15}" type="presParOf" srcId="{003C8FFC-A059-4955-B7B3-61582C8613F3}" destId="{2BCF0C0F-7C91-42C9-8158-0881516AF50D}" srcOrd="1" destOrd="0" presId="urn:microsoft.com/office/officeart/2005/8/layout/orgChart1"/>
    <dgm:cxn modelId="{FA12C42C-5911-4ABB-8DDA-8EF80D9DB5D5}" type="presParOf" srcId="{2BCF0C0F-7C91-42C9-8158-0881516AF50D}" destId="{9705E98A-7555-4BDC-A6A0-7279C706BC8F}" srcOrd="0" destOrd="0" presId="urn:microsoft.com/office/officeart/2005/8/layout/orgChart1"/>
    <dgm:cxn modelId="{B2E7EA65-2F5A-4C07-9E37-598808C2599E}" type="presParOf" srcId="{9705E98A-7555-4BDC-A6A0-7279C706BC8F}" destId="{59AD3A0F-E181-4562-B631-03B6A926D887}" srcOrd="0" destOrd="0" presId="urn:microsoft.com/office/officeart/2005/8/layout/orgChart1"/>
    <dgm:cxn modelId="{FBFBD0FB-4F59-4986-BCAE-43134DE17E1E}" type="presParOf" srcId="{9705E98A-7555-4BDC-A6A0-7279C706BC8F}" destId="{3FEFB4B3-A480-406B-994F-48D03A24C69E}" srcOrd="1" destOrd="0" presId="urn:microsoft.com/office/officeart/2005/8/layout/orgChart1"/>
    <dgm:cxn modelId="{1A1EBBEB-75F7-4D91-9D58-C45B5920B685}" type="presParOf" srcId="{2BCF0C0F-7C91-42C9-8158-0881516AF50D}" destId="{5B82DE3F-356A-4658-A67A-5EECC4CCADF2}" srcOrd="1" destOrd="0" presId="urn:microsoft.com/office/officeart/2005/8/layout/orgChart1"/>
    <dgm:cxn modelId="{21FA6C5D-055F-4E1C-BB67-A6F5C6FDE3D2}" type="presParOf" srcId="{2BCF0C0F-7C91-42C9-8158-0881516AF50D}" destId="{BF622CB4-8024-4AB6-AFF7-2C738407A226}" srcOrd="2" destOrd="0" presId="urn:microsoft.com/office/officeart/2005/8/layout/orgChart1"/>
    <dgm:cxn modelId="{03386B2A-85A7-4A39-97DA-EFE2BA56E193}" type="presParOf" srcId="{003C8FFC-A059-4955-B7B3-61582C8613F3}" destId="{DDFA5FD4-6E0C-4D47-AB70-2819FB6B4B8E}" srcOrd="2" destOrd="0" presId="urn:microsoft.com/office/officeart/2005/8/layout/orgChart1"/>
    <dgm:cxn modelId="{5619AC27-D386-4C63-9EF4-05F2B36D102D}" type="presParOf" srcId="{003C8FFC-A059-4955-B7B3-61582C8613F3}" destId="{CF0ED68D-AE99-4880-8D31-4CD089C80C1E}" srcOrd="3" destOrd="0" presId="urn:microsoft.com/office/officeart/2005/8/layout/orgChart1"/>
    <dgm:cxn modelId="{B245A62B-98A1-4EC9-BAAD-592788E4D713}" type="presParOf" srcId="{CF0ED68D-AE99-4880-8D31-4CD089C80C1E}" destId="{7D692431-DB6F-498F-8B65-BEF13FD80D98}" srcOrd="0" destOrd="0" presId="urn:microsoft.com/office/officeart/2005/8/layout/orgChart1"/>
    <dgm:cxn modelId="{E6831DAE-E945-49B5-AA1C-B1A1B509AD4C}" type="presParOf" srcId="{7D692431-DB6F-498F-8B65-BEF13FD80D98}" destId="{3FA41E96-DD50-4C7D-B5FF-0337FB3009DF}" srcOrd="0" destOrd="0" presId="urn:microsoft.com/office/officeart/2005/8/layout/orgChart1"/>
    <dgm:cxn modelId="{55EDA489-F1B2-4B5A-BBAE-42D81A221928}" type="presParOf" srcId="{7D692431-DB6F-498F-8B65-BEF13FD80D98}" destId="{34DB3B43-7176-4C44-9E10-79425ABCA171}" srcOrd="1" destOrd="0" presId="urn:microsoft.com/office/officeart/2005/8/layout/orgChart1"/>
    <dgm:cxn modelId="{21C37711-CCF1-40F7-BA1D-2DC4E2D793A8}" type="presParOf" srcId="{CF0ED68D-AE99-4880-8D31-4CD089C80C1E}" destId="{3B446D51-D52C-4D44-B1D2-26646C66EC7C}" srcOrd="1" destOrd="0" presId="urn:microsoft.com/office/officeart/2005/8/layout/orgChart1"/>
    <dgm:cxn modelId="{F63E7E2F-7B34-4E63-B14A-9ACD484E4A29}" type="presParOf" srcId="{CF0ED68D-AE99-4880-8D31-4CD089C80C1E}" destId="{B81AB737-F5CD-43D3-85A1-A1B3DAC41151}" srcOrd="2" destOrd="0" presId="urn:microsoft.com/office/officeart/2005/8/layout/orgChart1"/>
    <dgm:cxn modelId="{49893D73-F46E-4E28-ABFC-2334FA699E4A}" type="presParOf" srcId="{003C8FFC-A059-4955-B7B3-61582C8613F3}" destId="{38A93A73-2282-4D33-BE39-07AE7CD5F72D}" srcOrd="4" destOrd="0" presId="urn:microsoft.com/office/officeart/2005/8/layout/orgChart1"/>
    <dgm:cxn modelId="{20486EAD-2B3D-4360-B45E-70C6B037C39B}" type="presParOf" srcId="{003C8FFC-A059-4955-B7B3-61582C8613F3}" destId="{1BA37C42-9C9E-49E7-A27A-251BF8C27D55}" srcOrd="5" destOrd="0" presId="urn:microsoft.com/office/officeart/2005/8/layout/orgChart1"/>
    <dgm:cxn modelId="{91D97BBF-C5E3-4C38-918F-E8F64FF352AA}" type="presParOf" srcId="{1BA37C42-9C9E-49E7-A27A-251BF8C27D55}" destId="{50C5F701-009F-4C5E-B1A8-44A4388D9147}" srcOrd="0" destOrd="0" presId="urn:microsoft.com/office/officeart/2005/8/layout/orgChart1"/>
    <dgm:cxn modelId="{1CF99C83-0FD9-44BF-8E29-8D2ED57448EC}" type="presParOf" srcId="{50C5F701-009F-4C5E-B1A8-44A4388D9147}" destId="{4D4B2D75-5384-4438-84F0-04416FC8EBCE}" srcOrd="0" destOrd="0" presId="urn:microsoft.com/office/officeart/2005/8/layout/orgChart1"/>
    <dgm:cxn modelId="{DBF4C15E-2CB7-4223-BFAF-5A0A721AA684}" type="presParOf" srcId="{50C5F701-009F-4C5E-B1A8-44A4388D9147}" destId="{75642524-8EA7-481F-9B69-36BA14DF4348}" srcOrd="1" destOrd="0" presId="urn:microsoft.com/office/officeart/2005/8/layout/orgChart1"/>
    <dgm:cxn modelId="{11ADEE31-D611-42B1-9E37-14E0A5C0DAB5}" type="presParOf" srcId="{1BA37C42-9C9E-49E7-A27A-251BF8C27D55}" destId="{29508B80-A98E-428F-A59A-CB855923CB07}" srcOrd="1" destOrd="0" presId="urn:microsoft.com/office/officeart/2005/8/layout/orgChart1"/>
    <dgm:cxn modelId="{E7C13060-36CB-4950-8896-46157D457C49}" type="presParOf" srcId="{1BA37C42-9C9E-49E7-A27A-251BF8C27D55}" destId="{77AB3A03-3F7E-4798-B193-0872B38E94FC}" srcOrd="2" destOrd="0" presId="urn:microsoft.com/office/officeart/2005/8/layout/orgChart1"/>
    <dgm:cxn modelId="{0B0FB999-BB99-4D52-A77E-263066E740F0}" type="presParOf" srcId="{5FABEA9E-95F6-4EE6-AD46-348794F275AB}" destId="{4DE3AD4E-6110-4A16-8B1D-7B29E61B76FC}" srcOrd="12" destOrd="0" presId="urn:microsoft.com/office/officeart/2005/8/layout/orgChart1"/>
    <dgm:cxn modelId="{2DDE6E85-94B7-4830-86AC-70C543FD4A75}" type="presParOf" srcId="{5FABEA9E-95F6-4EE6-AD46-348794F275AB}" destId="{45F7FA0D-405C-4881-8C06-F8F987E274F9}" srcOrd="13" destOrd="0" presId="urn:microsoft.com/office/officeart/2005/8/layout/orgChart1"/>
    <dgm:cxn modelId="{0AFC0D4A-F051-49BB-BB60-CC376094DF99}" type="presParOf" srcId="{45F7FA0D-405C-4881-8C06-F8F987E274F9}" destId="{6D028167-5A77-45FE-8DDB-88D27253B92B}" srcOrd="0" destOrd="0" presId="urn:microsoft.com/office/officeart/2005/8/layout/orgChart1"/>
    <dgm:cxn modelId="{1ABDEAB8-4783-471A-A4A9-29544D807A77}" type="presParOf" srcId="{6D028167-5A77-45FE-8DDB-88D27253B92B}" destId="{4DDCAFD6-FE2D-417A-8F9B-37ED080E8170}" srcOrd="0" destOrd="0" presId="urn:microsoft.com/office/officeart/2005/8/layout/orgChart1"/>
    <dgm:cxn modelId="{0BE49971-7A45-4D7E-96A4-09834D7EE811}" type="presParOf" srcId="{6D028167-5A77-45FE-8DDB-88D27253B92B}" destId="{D937F778-7DD7-4A9B-935B-A53064E8741D}" srcOrd="1" destOrd="0" presId="urn:microsoft.com/office/officeart/2005/8/layout/orgChart1"/>
    <dgm:cxn modelId="{F84B82B3-686E-418F-B83A-F4E573FDC84B}" type="presParOf" srcId="{45F7FA0D-405C-4881-8C06-F8F987E274F9}" destId="{763C1B41-031A-4D8C-8CBF-A4459EAE84A9}" srcOrd="1" destOrd="0" presId="urn:microsoft.com/office/officeart/2005/8/layout/orgChart1"/>
    <dgm:cxn modelId="{5EBF555D-4381-4B38-A1F1-AAE3B8B97763}" type="presParOf" srcId="{45F7FA0D-405C-4881-8C06-F8F987E274F9}" destId="{856FA79D-85C3-4877-B3FE-8FEEAAAC3028}" srcOrd="2" destOrd="0" presId="urn:microsoft.com/office/officeart/2005/8/layout/orgChart1"/>
    <dgm:cxn modelId="{F1F94C33-DD6F-4E14-B0AB-E0486E98D5B0}" type="presParOf" srcId="{856FA79D-85C3-4877-B3FE-8FEEAAAC3028}" destId="{FD99C4F7-B853-47D9-8B84-BCEA6C970EAB}" srcOrd="0" destOrd="0" presId="urn:microsoft.com/office/officeart/2005/8/layout/orgChart1"/>
    <dgm:cxn modelId="{21BCE09A-8AB7-4427-A317-B92F5B67FEB0}" type="presParOf" srcId="{856FA79D-85C3-4877-B3FE-8FEEAAAC3028}" destId="{C23DB67E-B535-4223-8263-A24418471373}" srcOrd="1" destOrd="0" presId="urn:microsoft.com/office/officeart/2005/8/layout/orgChart1"/>
    <dgm:cxn modelId="{B3B9C307-984C-4E48-B26E-DDCA98CFE4EF}" type="presParOf" srcId="{C23DB67E-B535-4223-8263-A24418471373}" destId="{0D3BEA79-315A-47C7-AA6D-38987766517F}" srcOrd="0" destOrd="0" presId="urn:microsoft.com/office/officeart/2005/8/layout/orgChart1"/>
    <dgm:cxn modelId="{6CB31F6E-BB0E-4609-B307-DACF25736AF9}" type="presParOf" srcId="{0D3BEA79-315A-47C7-AA6D-38987766517F}" destId="{0CDFA4D0-DB6C-4543-B886-124D593E0231}" srcOrd="0" destOrd="0" presId="urn:microsoft.com/office/officeart/2005/8/layout/orgChart1"/>
    <dgm:cxn modelId="{674D03E5-97CD-4CAD-A612-506BC1DC8FB4}" type="presParOf" srcId="{0D3BEA79-315A-47C7-AA6D-38987766517F}" destId="{E6CBB106-EFB3-43D5-8BA5-3A9F22C2441D}" srcOrd="1" destOrd="0" presId="urn:microsoft.com/office/officeart/2005/8/layout/orgChart1"/>
    <dgm:cxn modelId="{2C217F76-505E-4DA8-9C8A-8A1A1212C771}" type="presParOf" srcId="{C23DB67E-B535-4223-8263-A24418471373}" destId="{F2C1C714-D554-4F82-B038-50EBCBFB8ED7}" srcOrd="1" destOrd="0" presId="urn:microsoft.com/office/officeart/2005/8/layout/orgChart1"/>
    <dgm:cxn modelId="{20546DD2-8A44-41AA-BBD6-B5AF60C03923}" type="presParOf" srcId="{C23DB67E-B535-4223-8263-A24418471373}" destId="{87771C52-6198-4573-B802-1ABDB2DF3B85}" srcOrd="2" destOrd="0" presId="urn:microsoft.com/office/officeart/2005/8/layout/orgChart1"/>
    <dgm:cxn modelId="{F6811524-48F0-4632-85E2-981A65499E24}" type="presParOf" srcId="{856FA79D-85C3-4877-B3FE-8FEEAAAC3028}" destId="{6BCACC5C-36FC-4069-802C-FBA327CC4B4A}" srcOrd="2" destOrd="0" presId="urn:microsoft.com/office/officeart/2005/8/layout/orgChart1"/>
    <dgm:cxn modelId="{34460146-7A9D-4057-A9BE-9E28A59E6585}" type="presParOf" srcId="{856FA79D-85C3-4877-B3FE-8FEEAAAC3028}" destId="{7FD1001F-B4ED-45CF-A6BC-7118CE22212E}" srcOrd="3" destOrd="0" presId="urn:microsoft.com/office/officeart/2005/8/layout/orgChart1"/>
    <dgm:cxn modelId="{A0E7BAD6-B34E-4744-90F5-B1769ACC0A5E}" type="presParOf" srcId="{7FD1001F-B4ED-45CF-A6BC-7118CE22212E}" destId="{71CE3CF3-5C0E-4D2E-9F6E-7F03F5DF6B53}" srcOrd="0" destOrd="0" presId="urn:microsoft.com/office/officeart/2005/8/layout/orgChart1"/>
    <dgm:cxn modelId="{BE3074AC-B197-4A34-B9E6-FE856BA0D988}" type="presParOf" srcId="{71CE3CF3-5C0E-4D2E-9F6E-7F03F5DF6B53}" destId="{DC727452-8D30-401C-B291-892F0EEF037D}" srcOrd="0" destOrd="0" presId="urn:microsoft.com/office/officeart/2005/8/layout/orgChart1"/>
    <dgm:cxn modelId="{E2143C11-45EA-430F-8644-BBC15C2A6016}" type="presParOf" srcId="{71CE3CF3-5C0E-4D2E-9F6E-7F03F5DF6B53}" destId="{D643B681-DFE9-426C-91E9-1D0ADAF05AA0}" srcOrd="1" destOrd="0" presId="urn:microsoft.com/office/officeart/2005/8/layout/orgChart1"/>
    <dgm:cxn modelId="{A224832A-6984-4291-ACC1-330AE9316731}" type="presParOf" srcId="{7FD1001F-B4ED-45CF-A6BC-7118CE22212E}" destId="{55EBC14A-6166-459F-8BE2-037CC0A38D66}" srcOrd="1" destOrd="0" presId="urn:microsoft.com/office/officeart/2005/8/layout/orgChart1"/>
    <dgm:cxn modelId="{2207F806-E6C4-442D-BB9B-7F91EEF581E7}" type="presParOf" srcId="{7FD1001F-B4ED-45CF-A6BC-7118CE22212E}" destId="{C9B7CB6F-8560-474C-BCC3-0F3E8679EE7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CACC5C-36FC-4069-802C-FBA327CC4B4A}">
      <dsp:nvSpPr>
        <dsp:cNvPr id="0" name=""/>
        <dsp:cNvSpPr/>
      </dsp:nvSpPr>
      <dsp:spPr>
        <a:xfrm>
          <a:off x="4581059" y="5964333"/>
          <a:ext cx="131461" cy="5759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5927"/>
              </a:lnTo>
              <a:lnTo>
                <a:pt x="131461" y="5759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99C4F7-B853-47D9-8B84-BCEA6C970EAB}">
      <dsp:nvSpPr>
        <dsp:cNvPr id="0" name=""/>
        <dsp:cNvSpPr/>
      </dsp:nvSpPr>
      <dsp:spPr>
        <a:xfrm>
          <a:off x="4449598" y="5964333"/>
          <a:ext cx="131461" cy="575927"/>
        </a:xfrm>
        <a:custGeom>
          <a:avLst/>
          <a:gdLst/>
          <a:ahLst/>
          <a:cxnLst/>
          <a:rect l="0" t="0" r="0" b="0"/>
          <a:pathLst>
            <a:path>
              <a:moveTo>
                <a:pt x="131461" y="0"/>
              </a:moveTo>
              <a:lnTo>
                <a:pt x="131461" y="575927"/>
              </a:lnTo>
              <a:lnTo>
                <a:pt x="0" y="5759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E3AD4E-6110-4A16-8B1D-7B29E61B76FC}">
      <dsp:nvSpPr>
        <dsp:cNvPr id="0" name=""/>
        <dsp:cNvSpPr/>
      </dsp:nvSpPr>
      <dsp:spPr>
        <a:xfrm>
          <a:off x="5207068" y="630742"/>
          <a:ext cx="888931" cy="5020586"/>
        </a:xfrm>
        <a:custGeom>
          <a:avLst/>
          <a:gdLst/>
          <a:ahLst/>
          <a:cxnLst/>
          <a:rect l="0" t="0" r="0" b="0"/>
          <a:pathLst>
            <a:path>
              <a:moveTo>
                <a:pt x="888931" y="0"/>
              </a:moveTo>
              <a:lnTo>
                <a:pt x="888931" y="5020586"/>
              </a:lnTo>
              <a:lnTo>
                <a:pt x="0" y="502058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A93A73-2282-4D33-BE39-07AE7CD5F72D}">
      <dsp:nvSpPr>
        <dsp:cNvPr id="0" name=""/>
        <dsp:cNvSpPr/>
      </dsp:nvSpPr>
      <dsp:spPr>
        <a:xfrm>
          <a:off x="7479478" y="3297538"/>
          <a:ext cx="131461" cy="1464859"/>
        </a:xfrm>
        <a:custGeom>
          <a:avLst/>
          <a:gdLst/>
          <a:ahLst/>
          <a:cxnLst/>
          <a:rect l="0" t="0" r="0" b="0"/>
          <a:pathLst>
            <a:path>
              <a:moveTo>
                <a:pt x="131461" y="0"/>
              </a:moveTo>
              <a:lnTo>
                <a:pt x="131461" y="1464859"/>
              </a:lnTo>
              <a:lnTo>
                <a:pt x="0" y="146485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FA5FD4-6E0C-4D47-AB70-2819FB6B4B8E}">
      <dsp:nvSpPr>
        <dsp:cNvPr id="0" name=""/>
        <dsp:cNvSpPr/>
      </dsp:nvSpPr>
      <dsp:spPr>
        <a:xfrm>
          <a:off x="7610940" y="3297538"/>
          <a:ext cx="131461" cy="5759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5927"/>
              </a:lnTo>
              <a:lnTo>
                <a:pt x="131461" y="5759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FE6527-7972-43D1-A954-C77798EEEA96}">
      <dsp:nvSpPr>
        <dsp:cNvPr id="0" name=""/>
        <dsp:cNvSpPr/>
      </dsp:nvSpPr>
      <dsp:spPr>
        <a:xfrm>
          <a:off x="7479478" y="3297538"/>
          <a:ext cx="131461" cy="575927"/>
        </a:xfrm>
        <a:custGeom>
          <a:avLst/>
          <a:gdLst/>
          <a:ahLst/>
          <a:cxnLst/>
          <a:rect l="0" t="0" r="0" b="0"/>
          <a:pathLst>
            <a:path>
              <a:moveTo>
                <a:pt x="131461" y="0"/>
              </a:moveTo>
              <a:lnTo>
                <a:pt x="131461" y="575927"/>
              </a:lnTo>
              <a:lnTo>
                <a:pt x="0" y="5759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01FD08-9F08-4678-A7BE-ED54AD5FC3C7}">
      <dsp:nvSpPr>
        <dsp:cNvPr id="0" name=""/>
        <dsp:cNvSpPr/>
      </dsp:nvSpPr>
      <dsp:spPr>
        <a:xfrm>
          <a:off x="6095999" y="630742"/>
          <a:ext cx="888931" cy="23537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53791"/>
              </a:lnTo>
              <a:lnTo>
                <a:pt x="888931" y="235379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65C51B-9AF9-48BB-A07A-1F7946194D6C}">
      <dsp:nvSpPr>
        <dsp:cNvPr id="0" name=""/>
        <dsp:cNvSpPr/>
      </dsp:nvSpPr>
      <dsp:spPr>
        <a:xfrm>
          <a:off x="4449598" y="630742"/>
          <a:ext cx="1646401" cy="2353791"/>
        </a:xfrm>
        <a:custGeom>
          <a:avLst/>
          <a:gdLst/>
          <a:ahLst/>
          <a:cxnLst/>
          <a:rect l="0" t="0" r="0" b="0"/>
          <a:pathLst>
            <a:path>
              <a:moveTo>
                <a:pt x="1646401" y="0"/>
              </a:moveTo>
              <a:lnTo>
                <a:pt x="1646401" y="2353791"/>
              </a:lnTo>
              <a:lnTo>
                <a:pt x="0" y="235379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624D11-3768-49F0-A22A-F5970DEF9410}">
      <dsp:nvSpPr>
        <dsp:cNvPr id="0" name=""/>
        <dsp:cNvSpPr/>
      </dsp:nvSpPr>
      <dsp:spPr>
        <a:xfrm>
          <a:off x="6095999" y="630742"/>
          <a:ext cx="131461" cy="14648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4859"/>
              </a:lnTo>
              <a:lnTo>
                <a:pt x="131461" y="146485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49B825-E1D3-446C-B01D-392CBDC7E50E}">
      <dsp:nvSpPr>
        <dsp:cNvPr id="0" name=""/>
        <dsp:cNvSpPr/>
      </dsp:nvSpPr>
      <dsp:spPr>
        <a:xfrm>
          <a:off x="4449598" y="630742"/>
          <a:ext cx="1646401" cy="1464859"/>
        </a:xfrm>
        <a:custGeom>
          <a:avLst/>
          <a:gdLst/>
          <a:ahLst/>
          <a:cxnLst/>
          <a:rect l="0" t="0" r="0" b="0"/>
          <a:pathLst>
            <a:path>
              <a:moveTo>
                <a:pt x="1646401" y="0"/>
              </a:moveTo>
              <a:lnTo>
                <a:pt x="1646401" y="1464859"/>
              </a:lnTo>
              <a:lnTo>
                <a:pt x="0" y="146485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E2933-E4E6-4934-BB45-DCB84348EA6D}">
      <dsp:nvSpPr>
        <dsp:cNvPr id="0" name=""/>
        <dsp:cNvSpPr/>
      </dsp:nvSpPr>
      <dsp:spPr>
        <a:xfrm>
          <a:off x="6095999" y="630742"/>
          <a:ext cx="131461" cy="5759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5927"/>
              </a:lnTo>
              <a:lnTo>
                <a:pt x="131461" y="5759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845AC6-3F03-4DDD-AA73-253CE5F51609}">
      <dsp:nvSpPr>
        <dsp:cNvPr id="0" name=""/>
        <dsp:cNvSpPr/>
      </dsp:nvSpPr>
      <dsp:spPr>
        <a:xfrm>
          <a:off x="4449598" y="630742"/>
          <a:ext cx="1646401" cy="575927"/>
        </a:xfrm>
        <a:custGeom>
          <a:avLst/>
          <a:gdLst/>
          <a:ahLst/>
          <a:cxnLst/>
          <a:rect l="0" t="0" r="0" b="0"/>
          <a:pathLst>
            <a:path>
              <a:moveTo>
                <a:pt x="1646401" y="0"/>
              </a:moveTo>
              <a:lnTo>
                <a:pt x="1646401" y="575927"/>
              </a:lnTo>
              <a:lnTo>
                <a:pt x="0" y="5759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416E48-DDE5-4AE3-A623-ABAD3F4B4023}">
      <dsp:nvSpPr>
        <dsp:cNvPr id="0" name=""/>
        <dsp:cNvSpPr/>
      </dsp:nvSpPr>
      <dsp:spPr>
        <a:xfrm>
          <a:off x="5469991" y="4734"/>
          <a:ext cx="1252016" cy="626008"/>
        </a:xfrm>
        <a:prstGeom prst="rect">
          <a:avLst/>
        </a:prstGeom>
        <a:solidFill>
          <a:srgbClr val="FFFF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A0F1C"/>
              </a:solidFill>
            </a:rPr>
            <a:t>KAB Group, LLC</a:t>
          </a:r>
        </a:p>
      </dsp:txBody>
      <dsp:txXfrm>
        <a:off x="5469991" y="4734"/>
        <a:ext cx="1252016" cy="626008"/>
      </dsp:txXfrm>
    </dsp:sp>
    <dsp:sp modelId="{83D16CDE-C1D2-4560-BB98-C56F48D04175}">
      <dsp:nvSpPr>
        <dsp:cNvPr id="0" name=""/>
        <dsp:cNvSpPr/>
      </dsp:nvSpPr>
      <dsp:spPr>
        <a:xfrm>
          <a:off x="3197581" y="893666"/>
          <a:ext cx="1252016" cy="62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KAB Design, LLC</a:t>
          </a:r>
        </a:p>
      </dsp:txBody>
      <dsp:txXfrm>
        <a:off x="3197581" y="893666"/>
        <a:ext cx="1252016" cy="626008"/>
      </dsp:txXfrm>
    </dsp:sp>
    <dsp:sp modelId="{54274028-D79B-4897-96C5-46C59D586116}">
      <dsp:nvSpPr>
        <dsp:cNvPr id="0" name=""/>
        <dsp:cNvSpPr/>
      </dsp:nvSpPr>
      <dsp:spPr>
        <a:xfrm>
          <a:off x="6227461" y="893666"/>
          <a:ext cx="1252016" cy="62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KAB Intellectual, LLC</a:t>
          </a:r>
        </a:p>
      </dsp:txBody>
      <dsp:txXfrm>
        <a:off x="6227461" y="893666"/>
        <a:ext cx="1252016" cy="626008"/>
      </dsp:txXfrm>
    </dsp:sp>
    <dsp:sp modelId="{BACBDE41-A4A2-4ACB-BB4D-CB3B42E736A8}">
      <dsp:nvSpPr>
        <dsp:cNvPr id="0" name=""/>
        <dsp:cNvSpPr/>
      </dsp:nvSpPr>
      <dsp:spPr>
        <a:xfrm>
          <a:off x="3197581" y="1782598"/>
          <a:ext cx="1252016" cy="62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KAB Properties, LLC</a:t>
          </a:r>
        </a:p>
      </dsp:txBody>
      <dsp:txXfrm>
        <a:off x="3197581" y="1782598"/>
        <a:ext cx="1252016" cy="626008"/>
      </dsp:txXfrm>
    </dsp:sp>
    <dsp:sp modelId="{549295E8-9EA8-40EE-89C1-0D2BBA6FBEC3}">
      <dsp:nvSpPr>
        <dsp:cNvPr id="0" name=""/>
        <dsp:cNvSpPr/>
      </dsp:nvSpPr>
      <dsp:spPr>
        <a:xfrm>
          <a:off x="6227461" y="1782598"/>
          <a:ext cx="1252016" cy="62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KAB Transit, LLC</a:t>
          </a:r>
        </a:p>
      </dsp:txBody>
      <dsp:txXfrm>
        <a:off x="6227461" y="1782598"/>
        <a:ext cx="1252016" cy="626008"/>
      </dsp:txXfrm>
    </dsp:sp>
    <dsp:sp modelId="{CB5ED01B-241A-4DCE-8AFA-F241C3FD9B4B}">
      <dsp:nvSpPr>
        <dsp:cNvPr id="0" name=""/>
        <dsp:cNvSpPr/>
      </dsp:nvSpPr>
      <dsp:spPr>
        <a:xfrm>
          <a:off x="3197581" y="2671529"/>
          <a:ext cx="1252016" cy="62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KAB Vendor Management</a:t>
          </a:r>
          <a:r>
            <a:rPr lang="en-US" sz="1400" kern="1200"/>
            <a:t>, LLC</a:t>
          </a:r>
          <a:endParaRPr lang="en-US" sz="1400" kern="1200" dirty="0"/>
        </a:p>
      </dsp:txBody>
      <dsp:txXfrm>
        <a:off x="3197581" y="2671529"/>
        <a:ext cx="1252016" cy="626008"/>
      </dsp:txXfrm>
    </dsp:sp>
    <dsp:sp modelId="{9AC2F8AC-83B3-4663-857F-0199F9915AF4}">
      <dsp:nvSpPr>
        <dsp:cNvPr id="0" name=""/>
        <dsp:cNvSpPr/>
      </dsp:nvSpPr>
      <dsp:spPr>
        <a:xfrm>
          <a:off x="6984931" y="2671529"/>
          <a:ext cx="1252016" cy="62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KAB Adult Ventures, LLC</a:t>
          </a:r>
        </a:p>
      </dsp:txBody>
      <dsp:txXfrm>
        <a:off x="6984931" y="2671529"/>
        <a:ext cx="1252016" cy="626008"/>
      </dsp:txXfrm>
    </dsp:sp>
    <dsp:sp modelId="{59AD3A0F-E181-4562-B631-03B6A926D887}">
      <dsp:nvSpPr>
        <dsp:cNvPr id="0" name=""/>
        <dsp:cNvSpPr/>
      </dsp:nvSpPr>
      <dsp:spPr>
        <a:xfrm>
          <a:off x="6227461" y="3560461"/>
          <a:ext cx="1252016" cy="62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Lauren Kelly Creative, LLC</a:t>
          </a:r>
        </a:p>
      </dsp:txBody>
      <dsp:txXfrm>
        <a:off x="6227461" y="3560461"/>
        <a:ext cx="1252016" cy="626008"/>
      </dsp:txXfrm>
    </dsp:sp>
    <dsp:sp modelId="{3FA41E96-DD50-4C7D-B5FF-0337FB3009DF}">
      <dsp:nvSpPr>
        <dsp:cNvPr id="0" name=""/>
        <dsp:cNvSpPr/>
      </dsp:nvSpPr>
      <dsp:spPr>
        <a:xfrm>
          <a:off x="7742401" y="3560461"/>
          <a:ext cx="1252016" cy="62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KAB Creations, LLC</a:t>
          </a:r>
        </a:p>
      </dsp:txBody>
      <dsp:txXfrm>
        <a:off x="7742401" y="3560461"/>
        <a:ext cx="1252016" cy="626008"/>
      </dsp:txXfrm>
    </dsp:sp>
    <dsp:sp modelId="{4D4B2D75-5384-4438-84F0-04416FC8EBCE}">
      <dsp:nvSpPr>
        <dsp:cNvPr id="0" name=""/>
        <dsp:cNvSpPr/>
      </dsp:nvSpPr>
      <dsp:spPr>
        <a:xfrm>
          <a:off x="6227461" y="4449393"/>
          <a:ext cx="1252016" cy="62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Kelly IT Consulting, LLC</a:t>
          </a:r>
        </a:p>
      </dsp:txBody>
      <dsp:txXfrm>
        <a:off x="6227461" y="4449393"/>
        <a:ext cx="1252016" cy="626008"/>
      </dsp:txXfrm>
    </dsp:sp>
    <dsp:sp modelId="{4DDCAFD6-FE2D-417A-8F9B-37ED080E8170}">
      <dsp:nvSpPr>
        <dsp:cNvPr id="0" name=""/>
        <dsp:cNvSpPr/>
      </dsp:nvSpPr>
      <dsp:spPr>
        <a:xfrm>
          <a:off x="3955051" y="5338325"/>
          <a:ext cx="1252016" cy="62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KAB NextGen Holdings, LLC</a:t>
          </a:r>
        </a:p>
      </dsp:txBody>
      <dsp:txXfrm>
        <a:off x="3955051" y="5338325"/>
        <a:ext cx="1252016" cy="626008"/>
      </dsp:txXfrm>
    </dsp:sp>
    <dsp:sp modelId="{0CDFA4D0-DB6C-4543-B886-124D593E0231}">
      <dsp:nvSpPr>
        <dsp:cNvPr id="0" name=""/>
        <dsp:cNvSpPr/>
      </dsp:nvSpPr>
      <dsp:spPr>
        <a:xfrm>
          <a:off x="3197581" y="6227257"/>
          <a:ext cx="1252016" cy="62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A-B-K Line Models, LLC</a:t>
          </a:r>
        </a:p>
      </dsp:txBody>
      <dsp:txXfrm>
        <a:off x="3197581" y="6227257"/>
        <a:ext cx="1252016" cy="626008"/>
      </dsp:txXfrm>
    </dsp:sp>
    <dsp:sp modelId="{DC727452-8D30-401C-B291-892F0EEF037D}">
      <dsp:nvSpPr>
        <dsp:cNvPr id="0" name=""/>
        <dsp:cNvSpPr/>
      </dsp:nvSpPr>
      <dsp:spPr>
        <a:xfrm>
          <a:off x="4712521" y="6227257"/>
          <a:ext cx="1252016" cy="62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Rowan’s Nest Apparel, LLC</a:t>
          </a:r>
        </a:p>
      </dsp:txBody>
      <dsp:txXfrm>
        <a:off x="4712521" y="6227257"/>
        <a:ext cx="1252016" cy="6260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CACC5C-36FC-4069-802C-FBA327CC4B4A}">
      <dsp:nvSpPr>
        <dsp:cNvPr id="0" name=""/>
        <dsp:cNvSpPr/>
      </dsp:nvSpPr>
      <dsp:spPr>
        <a:xfrm>
          <a:off x="4754388" y="6067871"/>
          <a:ext cx="116420" cy="510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0033"/>
              </a:lnTo>
              <a:lnTo>
                <a:pt x="116420" y="5100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99C4F7-B853-47D9-8B84-BCEA6C970EAB}">
      <dsp:nvSpPr>
        <dsp:cNvPr id="0" name=""/>
        <dsp:cNvSpPr/>
      </dsp:nvSpPr>
      <dsp:spPr>
        <a:xfrm>
          <a:off x="4637968" y="6067871"/>
          <a:ext cx="116420" cy="510033"/>
        </a:xfrm>
        <a:custGeom>
          <a:avLst/>
          <a:gdLst/>
          <a:ahLst/>
          <a:cxnLst/>
          <a:rect l="0" t="0" r="0" b="0"/>
          <a:pathLst>
            <a:path>
              <a:moveTo>
                <a:pt x="116420" y="0"/>
              </a:moveTo>
              <a:lnTo>
                <a:pt x="116420" y="510033"/>
              </a:lnTo>
              <a:lnTo>
                <a:pt x="0" y="5100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E3AD4E-6110-4A16-8B1D-7B29E61B76FC}">
      <dsp:nvSpPr>
        <dsp:cNvPr id="0" name=""/>
        <dsp:cNvSpPr/>
      </dsp:nvSpPr>
      <dsp:spPr>
        <a:xfrm>
          <a:off x="5308773" y="557286"/>
          <a:ext cx="787226" cy="5233392"/>
        </a:xfrm>
        <a:custGeom>
          <a:avLst/>
          <a:gdLst/>
          <a:ahLst/>
          <a:cxnLst/>
          <a:rect l="0" t="0" r="0" b="0"/>
          <a:pathLst>
            <a:path>
              <a:moveTo>
                <a:pt x="787226" y="0"/>
              </a:moveTo>
              <a:lnTo>
                <a:pt x="787226" y="5233392"/>
              </a:lnTo>
              <a:lnTo>
                <a:pt x="0" y="523339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A93A73-2282-4D33-BE39-07AE7CD5F72D}">
      <dsp:nvSpPr>
        <dsp:cNvPr id="0" name=""/>
        <dsp:cNvSpPr/>
      </dsp:nvSpPr>
      <dsp:spPr>
        <a:xfrm>
          <a:off x="7321190" y="3706192"/>
          <a:ext cx="116420" cy="1297260"/>
        </a:xfrm>
        <a:custGeom>
          <a:avLst/>
          <a:gdLst/>
          <a:ahLst/>
          <a:cxnLst/>
          <a:rect l="0" t="0" r="0" b="0"/>
          <a:pathLst>
            <a:path>
              <a:moveTo>
                <a:pt x="116420" y="0"/>
              </a:moveTo>
              <a:lnTo>
                <a:pt x="116420" y="1297260"/>
              </a:lnTo>
              <a:lnTo>
                <a:pt x="0" y="12972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FA5FD4-6E0C-4D47-AB70-2819FB6B4B8E}">
      <dsp:nvSpPr>
        <dsp:cNvPr id="0" name=""/>
        <dsp:cNvSpPr/>
      </dsp:nvSpPr>
      <dsp:spPr>
        <a:xfrm>
          <a:off x="7437611" y="3706192"/>
          <a:ext cx="116420" cy="510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0033"/>
              </a:lnTo>
              <a:lnTo>
                <a:pt x="116420" y="5100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FE6527-7972-43D1-A954-C77798EEEA96}">
      <dsp:nvSpPr>
        <dsp:cNvPr id="0" name=""/>
        <dsp:cNvSpPr/>
      </dsp:nvSpPr>
      <dsp:spPr>
        <a:xfrm>
          <a:off x="7321190" y="3706192"/>
          <a:ext cx="116420" cy="510033"/>
        </a:xfrm>
        <a:custGeom>
          <a:avLst/>
          <a:gdLst/>
          <a:ahLst/>
          <a:cxnLst/>
          <a:rect l="0" t="0" r="0" b="0"/>
          <a:pathLst>
            <a:path>
              <a:moveTo>
                <a:pt x="116420" y="0"/>
              </a:moveTo>
              <a:lnTo>
                <a:pt x="116420" y="510033"/>
              </a:lnTo>
              <a:lnTo>
                <a:pt x="0" y="5100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01FD08-9F08-4678-A7BE-ED54AD5FC3C7}">
      <dsp:nvSpPr>
        <dsp:cNvPr id="0" name=""/>
        <dsp:cNvSpPr/>
      </dsp:nvSpPr>
      <dsp:spPr>
        <a:xfrm>
          <a:off x="6095999" y="557286"/>
          <a:ext cx="787226" cy="2871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71713"/>
              </a:lnTo>
              <a:lnTo>
                <a:pt x="787226" y="287171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65C51B-9AF9-48BB-A07A-1F7946194D6C}">
      <dsp:nvSpPr>
        <dsp:cNvPr id="0" name=""/>
        <dsp:cNvSpPr/>
      </dsp:nvSpPr>
      <dsp:spPr>
        <a:xfrm>
          <a:off x="4637968" y="557286"/>
          <a:ext cx="1458031" cy="2871713"/>
        </a:xfrm>
        <a:custGeom>
          <a:avLst/>
          <a:gdLst/>
          <a:ahLst/>
          <a:cxnLst/>
          <a:rect l="0" t="0" r="0" b="0"/>
          <a:pathLst>
            <a:path>
              <a:moveTo>
                <a:pt x="1458031" y="0"/>
              </a:moveTo>
              <a:lnTo>
                <a:pt x="1458031" y="2871713"/>
              </a:lnTo>
              <a:lnTo>
                <a:pt x="0" y="287171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624D11-3768-49F0-A22A-F5970DEF9410}">
      <dsp:nvSpPr>
        <dsp:cNvPr id="0" name=""/>
        <dsp:cNvSpPr/>
      </dsp:nvSpPr>
      <dsp:spPr>
        <a:xfrm>
          <a:off x="6095999" y="557286"/>
          <a:ext cx="116420" cy="1297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7260"/>
              </a:lnTo>
              <a:lnTo>
                <a:pt x="116420" y="129726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6DBD84-DE58-4CCB-8423-F7228A4068F9}">
      <dsp:nvSpPr>
        <dsp:cNvPr id="0" name=""/>
        <dsp:cNvSpPr/>
      </dsp:nvSpPr>
      <dsp:spPr>
        <a:xfrm>
          <a:off x="4637968" y="2131739"/>
          <a:ext cx="116420" cy="510033"/>
        </a:xfrm>
        <a:custGeom>
          <a:avLst/>
          <a:gdLst/>
          <a:ahLst/>
          <a:cxnLst/>
          <a:rect l="0" t="0" r="0" b="0"/>
          <a:pathLst>
            <a:path>
              <a:moveTo>
                <a:pt x="116420" y="0"/>
              </a:moveTo>
              <a:lnTo>
                <a:pt x="116420" y="510033"/>
              </a:lnTo>
              <a:lnTo>
                <a:pt x="0" y="5100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49B825-E1D3-446C-B01D-392CBDC7E50E}">
      <dsp:nvSpPr>
        <dsp:cNvPr id="0" name=""/>
        <dsp:cNvSpPr/>
      </dsp:nvSpPr>
      <dsp:spPr>
        <a:xfrm>
          <a:off x="5308773" y="557286"/>
          <a:ext cx="787226" cy="1297260"/>
        </a:xfrm>
        <a:custGeom>
          <a:avLst/>
          <a:gdLst/>
          <a:ahLst/>
          <a:cxnLst/>
          <a:rect l="0" t="0" r="0" b="0"/>
          <a:pathLst>
            <a:path>
              <a:moveTo>
                <a:pt x="787226" y="0"/>
              </a:moveTo>
              <a:lnTo>
                <a:pt x="787226" y="1297260"/>
              </a:lnTo>
              <a:lnTo>
                <a:pt x="0" y="129726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E2933-E4E6-4934-BB45-DCB84348EA6D}">
      <dsp:nvSpPr>
        <dsp:cNvPr id="0" name=""/>
        <dsp:cNvSpPr/>
      </dsp:nvSpPr>
      <dsp:spPr>
        <a:xfrm>
          <a:off x="6095999" y="557286"/>
          <a:ext cx="116420" cy="510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0033"/>
              </a:lnTo>
              <a:lnTo>
                <a:pt x="116420" y="51003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845AC6-3F03-4DDD-AA73-253CE5F51609}">
      <dsp:nvSpPr>
        <dsp:cNvPr id="0" name=""/>
        <dsp:cNvSpPr/>
      </dsp:nvSpPr>
      <dsp:spPr>
        <a:xfrm>
          <a:off x="4637968" y="557286"/>
          <a:ext cx="1458031" cy="510033"/>
        </a:xfrm>
        <a:custGeom>
          <a:avLst/>
          <a:gdLst/>
          <a:ahLst/>
          <a:cxnLst/>
          <a:rect l="0" t="0" r="0" b="0"/>
          <a:pathLst>
            <a:path>
              <a:moveTo>
                <a:pt x="1458031" y="0"/>
              </a:moveTo>
              <a:lnTo>
                <a:pt x="1458031" y="510033"/>
              </a:lnTo>
              <a:lnTo>
                <a:pt x="0" y="51003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416E48-DDE5-4AE3-A623-ABAD3F4B4023}">
      <dsp:nvSpPr>
        <dsp:cNvPr id="0" name=""/>
        <dsp:cNvSpPr/>
      </dsp:nvSpPr>
      <dsp:spPr>
        <a:xfrm>
          <a:off x="5541615" y="2902"/>
          <a:ext cx="1108769" cy="554384"/>
        </a:xfrm>
        <a:prstGeom prst="rect">
          <a:avLst/>
        </a:prstGeom>
        <a:solidFill>
          <a:srgbClr val="FFFF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A0F1C"/>
              </a:solidFill>
            </a:rPr>
            <a:t>KAB Group, LLC</a:t>
          </a:r>
        </a:p>
      </dsp:txBody>
      <dsp:txXfrm>
        <a:off x="5541615" y="2902"/>
        <a:ext cx="1108769" cy="554384"/>
      </dsp:txXfrm>
    </dsp:sp>
    <dsp:sp modelId="{83D16CDE-C1D2-4560-BB98-C56F48D04175}">
      <dsp:nvSpPr>
        <dsp:cNvPr id="0" name=""/>
        <dsp:cNvSpPr/>
      </dsp:nvSpPr>
      <dsp:spPr>
        <a:xfrm>
          <a:off x="3529198" y="790128"/>
          <a:ext cx="1108769" cy="554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KAB Design, LLC</a:t>
          </a:r>
        </a:p>
      </dsp:txBody>
      <dsp:txXfrm>
        <a:off x="3529198" y="790128"/>
        <a:ext cx="1108769" cy="554384"/>
      </dsp:txXfrm>
    </dsp:sp>
    <dsp:sp modelId="{54274028-D79B-4897-96C5-46C59D586116}">
      <dsp:nvSpPr>
        <dsp:cNvPr id="0" name=""/>
        <dsp:cNvSpPr/>
      </dsp:nvSpPr>
      <dsp:spPr>
        <a:xfrm>
          <a:off x="6212420" y="790128"/>
          <a:ext cx="1108769" cy="554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KAB Intellectual, LLC</a:t>
          </a:r>
        </a:p>
      </dsp:txBody>
      <dsp:txXfrm>
        <a:off x="6212420" y="790128"/>
        <a:ext cx="1108769" cy="554384"/>
      </dsp:txXfrm>
    </dsp:sp>
    <dsp:sp modelId="{BACBDE41-A4A2-4ACB-BB4D-CB3B42E736A8}">
      <dsp:nvSpPr>
        <dsp:cNvPr id="0" name=""/>
        <dsp:cNvSpPr/>
      </dsp:nvSpPr>
      <dsp:spPr>
        <a:xfrm>
          <a:off x="4200004" y="1577354"/>
          <a:ext cx="1108769" cy="554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KAB Properties, LLC</a:t>
          </a:r>
        </a:p>
      </dsp:txBody>
      <dsp:txXfrm>
        <a:off x="4200004" y="1577354"/>
        <a:ext cx="1108769" cy="554384"/>
      </dsp:txXfrm>
    </dsp:sp>
    <dsp:sp modelId="{DE893B2D-413F-482E-A875-89BC090D4879}">
      <dsp:nvSpPr>
        <dsp:cNvPr id="0" name=""/>
        <dsp:cNvSpPr/>
      </dsp:nvSpPr>
      <dsp:spPr>
        <a:xfrm>
          <a:off x="3529198" y="2364581"/>
          <a:ext cx="1108769" cy="554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KAB Medical, PLLC</a:t>
          </a:r>
        </a:p>
      </dsp:txBody>
      <dsp:txXfrm>
        <a:off x="3529198" y="2364581"/>
        <a:ext cx="1108769" cy="554384"/>
      </dsp:txXfrm>
    </dsp:sp>
    <dsp:sp modelId="{549295E8-9EA8-40EE-89C1-0D2BBA6FBEC3}">
      <dsp:nvSpPr>
        <dsp:cNvPr id="0" name=""/>
        <dsp:cNvSpPr/>
      </dsp:nvSpPr>
      <dsp:spPr>
        <a:xfrm>
          <a:off x="6212420" y="1577354"/>
          <a:ext cx="1108769" cy="554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KAB Transit, LLC</a:t>
          </a:r>
        </a:p>
      </dsp:txBody>
      <dsp:txXfrm>
        <a:off x="6212420" y="1577354"/>
        <a:ext cx="1108769" cy="554384"/>
      </dsp:txXfrm>
    </dsp:sp>
    <dsp:sp modelId="{CB5ED01B-241A-4DCE-8AFA-F241C3FD9B4B}">
      <dsp:nvSpPr>
        <dsp:cNvPr id="0" name=""/>
        <dsp:cNvSpPr/>
      </dsp:nvSpPr>
      <dsp:spPr>
        <a:xfrm>
          <a:off x="3529198" y="3151807"/>
          <a:ext cx="1108769" cy="554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KAB Vendor Management</a:t>
          </a:r>
          <a:r>
            <a:rPr lang="en-US" sz="1200" kern="1200"/>
            <a:t>, LLC</a:t>
          </a:r>
          <a:endParaRPr lang="en-US" sz="1200" kern="1200" dirty="0"/>
        </a:p>
      </dsp:txBody>
      <dsp:txXfrm>
        <a:off x="3529198" y="3151807"/>
        <a:ext cx="1108769" cy="554384"/>
      </dsp:txXfrm>
    </dsp:sp>
    <dsp:sp modelId="{9AC2F8AC-83B3-4663-857F-0199F9915AF4}">
      <dsp:nvSpPr>
        <dsp:cNvPr id="0" name=""/>
        <dsp:cNvSpPr/>
      </dsp:nvSpPr>
      <dsp:spPr>
        <a:xfrm>
          <a:off x="6883226" y="3151807"/>
          <a:ext cx="1108769" cy="554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KAB Adult Ventures, LLC</a:t>
          </a:r>
        </a:p>
      </dsp:txBody>
      <dsp:txXfrm>
        <a:off x="6883226" y="3151807"/>
        <a:ext cx="1108769" cy="554384"/>
      </dsp:txXfrm>
    </dsp:sp>
    <dsp:sp modelId="{59AD3A0F-E181-4562-B631-03B6A926D887}">
      <dsp:nvSpPr>
        <dsp:cNvPr id="0" name=""/>
        <dsp:cNvSpPr/>
      </dsp:nvSpPr>
      <dsp:spPr>
        <a:xfrm>
          <a:off x="6212420" y="3939033"/>
          <a:ext cx="1108769" cy="554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Lauren Kelly Creative, LLC</a:t>
          </a:r>
        </a:p>
      </dsp:txBody>
      <dsp:txXfrm>
        <a:off x="6212420" y="3939033"/>
        <a:ext cx="1108769" cy="554384"/>
      </dsp:txXfrm>
    </dsp:sp>
    <dsp:sp modelId="{3FA41E96-DD50-4C7D-B5FF-0337FB3009DF}">
      <dsp:nvSpPr>
        <dsp:cNvPr id="0" name=""/>
        <dsp:cNvSpPr/>
      </dsp:nvSpPr>
      <dsp:spPr>
        <a:xfrm>
          <a:off x="7554031" y="3939033"/>
          <a:ext cx="1108769" cy="554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KAB Creations, LLC</a:t>
          </a:r>
        </a:p>
      </dsp:txBody>
      <dsp:txXfrm>
        <a:off x="7554031" y="3939033"/>
        <a:ext cx="1108769" cy="554384"/>
      </dsp:txXfrm>
    </dsp:sp>
    <dsp:sp modelId="{4D4B2D75-5384-4438-84F0-04416FC8EBCE}">
      <dsp:nvSpPr>
        <dsp:cNvPr id="0" name=""/>
        <dsp:cNvSpPr/>
      </dsp:nvSpPr>
      <dsp:spPr>
        <a:xfrm>
          <a:off x="6212420" y="4726260"/>
          <a:ext cx="1108769" cy="554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Kelly IT Consulting, LLC</a:t>
          </a:r>
        </a:p>
      </dsp:txBody>
      <dsp:txXfrm>
        <a:off x="6212420" y="4726260"/>
        <a:ext cx="1108769" cy="554384"/>
      </dsp:txXfrm>
    </dsp:sp>
    <dsp:sp modelId="{4DDCAFD6-FE2D-417A-8F9B-37ED080E8170}">
      <dsp:nvSpPr>
        <dsp:cNvPr id="0" name=""/>
        <dsp:cNvSpPr/>
      </dsp:nvSpPr>
      <dsp:spPr>
        <a:xfrm>
          <a:off x="4200004" y="5513486"/>
          <a:ext cx="1108769" cy="554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KAB NextGen Holdings, LLC</a:t>
          </a:r>
        </a:p>
      </dsp:txBody>
      <dsp:txXfrm>
        <a:off x="4200004" y="5513486"/>
        <a:ext cx="1108769" cy="554384"/>
      </dsp:txXfrm>
    </dsp:sp>
    <dsp:sp modelId="{0CDFA4D0-DB6C-4543-B886-124D593E0231}">
      <dsp:nvSpPr>
        <dsp:cNvPr id="0" name=""/>
        <dsp:cNvSpPr/>
      </dsp:nvSpPr>
      <dsp:spPr>
        <a:xfrm>
          <a:off x="3529198" y="6300713"/>
          <a:ext cx="1108769" cy="554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A-B-K Line Models, LLC</a:t>
          </a:r>
        </a:p>
      </dsp:txBody>
      <dsp:txXfrm>
        <a:off x="3529198" y="6300713"/>
        <a:ext cx="1108769" cy="554384"/>
      </dsp:txXfrm>
    </dsp:sp>
    <dsp:sp modelId="{DC727452-8D30-401C-B291-892F0EEF037D}">
      <dsp:nvSpPr>
        <dsp:cNvPr id="0" name=""/>
        <dsp:cNvSpPr/>
      </dsp:nvSpPr>
      <dsp:spPr>
        <a:xfrm>
          <a:off x="4870809" y="6300713"/>
          <a:ext cx="1108769" cy="554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Rowan’s Nest Apparel, LLC</a:t>
          </a:r>
        </a:p>
      </dsp:txBody>
      <dsp:txXfrm>
        <a:off x="4870809" y="6300713"/>
        <a:ext cx="1108769" cy="554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EFEE-551C-A2F9-6D8C-7FF89416F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D2CDD-748E-5841-B9F5-B68732677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E638E-6CB2-CCA9-398D-8BC4D406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D26F-2006-4E42-90F5-83FA3FB4386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44438-B4DB-05E0-40FA-04F11989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77736-51B2-4E24-3677-82D557117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208A-858D-45EB-9A7F-644A959B0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1861A-5A19-1D50-378A-45A51F69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1AB83-9925-1EEA-9D1F-07FEDB584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8874C-5B7A-48B6-FC35-F5FE40B98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D26F-2006-4E42-90F5-83FA3FB4386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4D8F-A729-DD65-FA14-8D14DC4F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C4B76-DAF7-B052-7E27-7DC175FC9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208A-858D-45EB-9A7F-644A959B0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8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21FB-440F-B373-0928-0512670D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F16ED-E4EE-A8D7-C44E-0A4315E01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95AFE-2852-2F67-74CD-4ACAB91D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D26F-2006-4E42-90F5-83FA3FB4386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53B23-0AFA-8FA0-E5A8-735201798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70D24-1036-DF74-D422-94BEF387C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208A-858D-45EB-9A7F-644A959B0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78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4C209-1727-FA92-AD62-384D08AB4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6C7C-5000-A0B3-C93F-615134F07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05584-6067-155A-849D-56C7F1395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1C95D-CCF3-9429-B97E-1003A43E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D26F-2006-4E42-90F5-83FA3FB4386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06886-603F-A64E-DA85-949B0EED1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9E17E-F817-E2F6-BBE9-AE4EE5D5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208A-858D-45EB-9A7F-644A959B0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08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CD66-901C-6556-3FDA-A745C9F3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5AD10-153C-AF37-4F9A-5633CD1BB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C4175-1098-AB5C-93A6-904F88942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A5C25-BA43-2447-7F9C-DD662C44F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C49148-3C05-D2A9-477F-C8365DB41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F19B7-FF67-D180-FBE0-6D9899198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D26F-2006-4E42-90F5-83FA3FB4386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827A9B-8BDE-0ABF-B0A6-25E1D330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60EB75-6E53-27C1-EE0F-A0960744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208A-858D-45EB-9A7F-644A959B0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3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3B0C-989D-CFB0-F94C-AC215A82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29662B-C257-5BC3-BF87-B3F1A74D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D26F-2006-4E42-90F5-83FA3FB4386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6F75EA-2ECC-CC16-ADB7-E36BE65B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78B3C-8557-CDF9-5CBF-8E87BA84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208A-858D-45EB-9A7F-644A959B0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3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FDE0B-AE45-61FC-58CA-0E3C880A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D26F-2006-4E42-90F5-83FA3FB4386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8DDA3D-CC64-2A84-04C9-84E7801B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35DE2-1160-E590-1113-85551603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208A-858D-45EB-9A7F-644A959B0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7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A4E72-08AC-4452-1B1D-77BF78633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85269-788E-F34A-B956-737737938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5B046-4339-7945-9337-6D977ECFD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C7F64-E371-0FCD-0358-3A3FE636C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D26F-2006-4E42-90F5-83FA3FB4386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6FF43-5F02-EDCC-93B9-53ED071DD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20486-3026-9186-7F4F-7DD70826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208A-858D-45EB-9A7F-644A959B0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57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E9A0-5803-F2DF-C23E-FF088F350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19C3F5-5B7A-779A-97A4-62F780ED3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9332D-3B1E-3C39-6D03-1B27DE8D0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BDE7F-0A74-41BD-4B4B-3A36BE8C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D26F-2006-4E42-90F5-83FA3FB4386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4BEC3-D48F-A735-D874-95108B47D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2C297-15F1-0F90-FCCB-360DE7824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208A-858D-45EB-9A7F-644A959B0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38D81-4DFF-9AF5-0738-2A922B3B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2752C-4D82-071A-F714-73ED5A6E0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9A2DF-D48A-6920-F3D1-20BE883A1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D26F-2006-4E42-90F5-83FA3FB4386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B8E94-7AF3-0FA5-D41D-81CC48CDB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6F8EE-3CB5-2510-8464-7D2079C4D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208A-858D-45EB-9A7F-644A959B0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30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CB5E7A-CB55-0833-5F31-2300EDC6D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E104D-542F-4174-8ED4-B375694A1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00566-5D15-7CAD-87F0-0FFCD1C7A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D26F-2006-4E42-90F5-83FA3FB4386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E5E6F-A9CE-B0BE-78B1-64372EE26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D9C7D-1328-3CA8-2C58-83F18BAF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208A-858D-45EB-9A7F-644A959B0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56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DB6462-ADAA-00F2-CCB8-3AC72E75C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0C03A-0FD8-35C9-1A01-8D4ED7988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06FFC-71AC-8FE3-91FA-F845475C0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2D26F-2006-4E42-90F5-83FA3FB4386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B1CC3-588D-A5C0-6DA6-5C93451164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6E788-4C6E-3E88-81E3-E3D06A23A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0208A-858D-45EB-9A7F-644A959B0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2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CDA79AE-0B2E-3E36-5EC2-C1C4047EAE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29996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779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1DE6A6-FA9A-4B4D-AD6F-F2404D4554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0395137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4688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122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Ragsdale</dc:creator>
  <cp:lastModifiedBy>Michael Ragsdale</cp:lastModifiedBy>
  <cp:revision>1</cp:revision>
  <dcterms:created xsi:type="dcterms:W3CDTF">2025-07-02T04:06:52Z</dcterms:created>
  <dcterms:modified xsi:type="dcterms:W3CDTF">2025-07-03T11:37:22Z</dcterms:modified>
</cp:coreProperties>
</file>